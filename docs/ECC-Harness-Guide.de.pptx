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Calibri"/>
              </a:rPr>
              <a:t>ENGINEERING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E6EDF8"/>
                </a:solidFill>
                <a:latin typeface="Calibri"/>
              </a:rPr>
              <a:t>Das fusionierte, VPS-weite Claude-Code-Harness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Global aktiv in ~/.claude · ECC 2.0.0-rc.1 (core, führend) · RTK-sicher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Quelle/Re-Install: ./install-vps.sh · Guides: @affaanmustafa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ÜBERBLICK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 Was ist das Harness?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7665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818CF8"/>
                </a:solidFill>
                <a:latin typeface="Calibri"/>
              </a:rPr>
              <a:t>Fusion zweier Systeme — Fokus auf ECC:</a:t>
            </a:r>
          </a:p>
          <a:p>
            <a:pPr lvl="1" algn="l"/>
            <a:r>
              <a:rPr sz="1400" b="0">
                <a:solidFill>
                  <a:srgbClr val="E6EDF8"/>
                </a:solidFill>
                <a:latin typeface="Calibri"/>
              </a:rPr>
              <a:t>ECC-Engine: 63 Agents · 249 Skills · ~80 Commands,</a:t>
            </a:r>
          </a:p>
          <a:p>
            <a:pPr lvl="2" algn="l"/>
            <a:r>
              <a:rPr sz="1400" b="0">
                <a:solidFill>
                  <a:srgbClr val="8B98B0"/>
                </a:solidFill>
                <a:latin typeface="Calibri"/>
              </a:rPr>
              <a:t>manifest-Installer, Continuous Learning, Security-Scanning.</a:t>
            </a:r>
          </a:p>
          <a:p>
            <a:pPr lvl="1" algn="l"/>
            <a:r>
              <a:rPr sz="1400" b="0">
                <a:solidFill>
                  <a:srgbClr val="E6EDF8"/>
                </a:solidFill>
                <a:latin typeface="Calibri"/>
              </a:rPr>
              <a:t>BestPractice-Extras: /ecc-onboard (One-Shot-Setup),</a:t>
            </a:r>
          </a:p>
          <a:p>
            <a:pPr lvl="2" algn="l"/>
            <a:r>
              <a:rPr sz="1400" b="0">
                <a:solidFill>
                  <a:srgbClr val="8B98B0"/>
                </a:solidFill>
                <a:latin typeface="Calibri"/>
              </a:rPr>
              <a:t>state/-Pattern, Karpathy-Prinzipien.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37360"/>
            <a:ext cx="3931920" cy="237744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65960"/>
            <a:ext cx="33832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BBF24"/>
                </a:solidFill>
                <a:latin typeface="Calibri"/>
              </a:rPr>
              <a:t>„Konfiguration ist Fine-Tuning,</a:t>
            </a:r>
          </a:p>
          <a:p>
            <a:pPr algn="l"/>
            <a:r>
              <a:rPr sz="1700" b="1">
                <a:solidFill>
                  <a:srgbClr val="FBBF24"/>
                </a:solidFill>
                <a:latin typeface="Calibri"/>
              </a:rPr>
              <a:t>nicht Architektur.“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Muster wiederverwenden · Kontext sauber · billigstes Modell · Evidenz.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18CF8"/>
                </a:solidFill>
                <a:latin typeface="Calibri"/>
              </a:rPr>
              <a:t>5 Prinzipien: 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§2 Setup &amp; VPS-Architektur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818CF8"/>
                </a:solidFill>
                <a:latin typeface="Calibri"/>
              </a:rPr>
              <a:t>ECC ist GLOBAL (~/.claude) → aktiv in JEDEM VPS-Projekt (WMS, Jarvis, n8n …).</a:t>
            </a:r>
          </a:p>
          <a:p>
            <a:pPr algn="l"/>
            <a:r>
              <a:rPr sz="1400" b="0">
                <a:solidFill>
                  <a:srgbClr val="E6EDF8"/>
                </a:solidFill>
                <a:latin typeface="Calibri"/>
              </a:rPr>
              <a:t>Namespace-sicher (rules/ecc, skills/ecc) · RTK-Hook unangetastet · Installer additiv.</a:t>
            </a:r>
          </a:p>
          <a:p>
            <a:pPr algn="l"/>
            <a:r>
              <a:rPr sz="1400" b="0">
                <a:solidFill>
                  <a:srgbClr val="E6EDF8"/>
                </a:solidFill>
                <a:latin typeface="Calibri"/>
              </a:rPr>
              <a:t>Reproduzierbar: Repo = Quelle, Re-Install via ./install-vps.sh (idempotent, mit Backup).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383280"/>
          <a:ext cx="10972800" cy="2560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840480"/>
                <a:gridCol w="47548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Dein Tool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ECC-Pendant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Empfehlung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superpowers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tdd-workflow, verification-loop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beides nutzbar; ECC bevorzugen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/save-session, learning-v2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primäre Memory-Quelle, auto-injiziert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RTK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Token-Ökonomie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ergänzen sich (Bash- vs Workflow-Ebene)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codex / superpowers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diverse Skills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eigenständig; bleiben aktiv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BAUSTEINE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§3 Mentales Modell — die Bausteine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Skills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Durable Kern: wiederverwendbare Workflow-Bündel, laden on-demand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~/.claude/skills/ecc/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Commands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Slash-Einstiegspunkte (/plan, /code-review …)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~/.claude/commands/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Subagents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Delegierbare Spezialisten mit eigenem Tool-Scope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~/.claude/agents/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17830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5752" y="1911095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Hooks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Trigger-Automatik an Lifecycle-Events (INAKTIV per Default)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~/.claude/hooks/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Rules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„Immer befolgen"-Leitlinien je Sprache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~/.claude/rules/ecc/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MCP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Prompt-getriebene Wrapper um externe Dienste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.mcp.json / global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52044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648456"/>
            <a:ext cx="2368296" cy="1298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Instincts</a:t>
            </a:r>
          </a:p>
          <a:p>
            <a:pPr algn="l"/>
            <a:r>
              <a:rPr sz="1050" b="0">
                <a:solidFill>
                  <a:srgbClr val="8B98B0"/>
                </a:solidFill>
                <a:latin typeface="Calibri"/>
              </a:rPr>
              <a:t>Gelernte Muster aus deinen Sessions</a:t>
            </a:r>
          </a:p>
          <a:p>
            <a:pPr algn="l"/>
            <a:r>
              <a:rPr sz="950" b="0">
                <a:solidFill>
                  <a:srgbClr val="818CF8"/>
                </a:solidFill>
                <a:latin typeface="Calibri"/>
              </a:rPr>
              <a:t>homunculus/instincts/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Regel:  Durable Logik → Skills.  3× getippt → /skill-create.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KATALOG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§4 Agent- &amp; Skill-Katalog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74519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Core-Workflow-Agents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planner · architect / code-architect · code-explorer · tdd-guide · code-reviewer · security-reviewer · build-error-resolver · refactor-cleaner · e2e-runner · doc-updater · performance-optimizer · silent-failure-hunter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3736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Sprach-Reviewer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python-reviewer · typescript-reviewer · react-reviewer · go-reviewer · rust-reviewer · cpp-reviewer · java-reviewer · kotlin-reviewer · swift-reviewer · csharp-reviewer · fsharp-reviewer · django-reviewer · fastapi-reviewer · flutter-reviewer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8620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023360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Build-Resolver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go-build-resolver · rust-build-resolver · cpp-build-resolver · java-build-resolver · kotlin-build-resolver · swift-build-resolver · dart-build-resolver · django-build-resolver · react-build-resolver · pytorch-build-resolver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8620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023360"/>
            <a:ext cx="4800600" cy="1691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Schlüssel-Skills</a:t>
            </a:r>
          </a:p>
          <a:p>
            <a:pPr algn="l"/>
            <a:r>
              <a:rPr sz="1050" b="0">
                <a:solidFill>
                  <a:srgbClr val="E6EDF8"/>
                </a:solidFill>
                <a:latin typeface="Calibri"/>
              </a:rPr>
              <a:t>tdd-workflow · verification-loop · code-tour · production-audit · eval-harness · iterative-retrieval · continuous-learning-v2 · strategic-compact · configure-ecc · council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63 Agents · 21 Skills (core; 249 via --profile full) · claude-mem + superpowers koexistieren.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§5 Workflow — die 5 Phasen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1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RESEARCH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Explore · claude-mem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research.md</a:t>
            </a:r>
          </a:p>
        </p:txBody>
      </p:sp>
      <p:sp>
        <p:nvSpPr>
          <p:cNvPr id="9" name="Chevron 8"/>
          <p:cNvSpPr/>
          <p:nvPr/>
        </p:nvSpPr>
        <p:spPr>
          <a:xfrm>
            <a:off x="2514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2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PLAN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/plan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plan.md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0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74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3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IMPLEMENT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/feature-dev + tdd-workflow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Code + Tests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60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4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REVIEW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/code-review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review.md</a:t>
            </a:r>
          </a:p>
        </p:txBody>
      </p:sp>
      <p:sp>
        <p:nvSpPr>
          <p:cNvPr id="18" name="Chevron 17"/>
          <p:cNvSpPr/>
          <p:nvPr/>
        </p:nvSpPr>
        <p:spPr>
          <a:xfrm>
            <a:off x="9372600" y="2898648"/>
            <a:ext cx="256032" cy="329184"/>
          </a:xfrm>
          <a:prstGeom prst="chevron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46920" y="2011680"/>
            <a:ext cx="1993392" cy="210312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76272"/>
            <a:ext cx="1773936" cy="18287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2D3EE"/>
                </a:solidFill>
                <a:latin typeface="Calibri"/>
              </a:rPr>
              <a:t>5</a:t>
            </a:r>
          </a:p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VERIFY</a:t>
            </a:r>
          </a:p>
          <a:p>
            <a:pPr algn="l"/>
            <a:r>
              <a:rPr sz="1000" b="0">
                <a:solidFill>
                  <a:srgbClr val="8B98B0"/>
                </a:solidFill>
                <a:latin typeface="Calibri"/>
              </a:rPr>
              <a:t>Tests · Build · /build-fix</a:t>
            </a:r>
          </a:p>
          <a:p>
            <a:pPr algn="l"/>
            <a:r>
              <a:rPr sz="1000" b="0">
                <a:solidFill>
                  <a:srgbClr val="22D3EE"/>
                </a:solidFill>
                <a:latin typeface="Calibri"/>
              </a:rPr>
              <a:t>→ grün 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Ein Input, ein Output je Schritt — in Dateien speichern.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/clear zwischen großen Phasen — Explorations-Kontext ist für die Umsetzung irrelevant.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Subagents immer objektiven Kontext mitgeben, nicht nur die Frage.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§6a Projekt-Onboarding mit /ecc-onboard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1 · Detect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Stack erkennen (package.json, go.mod …)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Profil + Sprach-Packs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2 · Dry-Run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install-apply --dry-run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Plan ohne 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3 · OK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1× Bestätigung des Users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Freigabe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3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4 · Install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install-apply --target claude-project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.claude/rules/ecc + skills/ecc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1965960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66376" y="2130552"/>
            <a:ext cx="1847088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5 · Kontext</a:t>
            </a:r>
          </a:p>
          <a:p>
            <a:pPr algn="l"/>
            <a:r>
              <a:rPr sz="1100" b="0">
                <a:solidFill>
                  <a:srgbClr val="E6EDF8"/>
                </a:solidFill>
                <a:latin typeface="Calibri"/>
              </a:rPr>
              <a:t>Templates mit echten Werten füllen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818CF8"/>
                </a:solidFill>
                <a:latin typeface="Calibri"/>
              </a:rPr>
              <a:t>→ PROJECT_RULES.md + state/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Aus dem Zielprojekt ausführen — Install landet im aktuellen cwd.</a:t>
            </a:r>
          </a:p>
          <a:p>
            <a:pPr algn="l"/>
            <a:r>
              <a:rPr sz="1400" b="0">
                <a:solidFill>
                  <a:srgbClr val="8B98B0"/>
                </a:solidFill>
                <a:latin typeface="Calibri"/>
              </a:rPr>
              <a:t>Idempotent: erneut ausführen merged, überschreibt nichts blind.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CODEMAPS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§6b Codebase EINMAL erkunden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  <a:latin typeface="Calibri"/>
              </a:rPr>
              <a:t>Prinzip: einmal kartieren → in Dateien festhalten → künftig die Karte lesen statt neu suchen.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14600"/>
          <a:ext cx="10972799" cy="2651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17520"/>
                <a:gridCol w="7955279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Datei (docs/CODEMAPS/)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Calibri"/>
                        </a:rPr>
                        <a:t>Inhalt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architecture.md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System-Diagramm, Service-Grenzen, Datenfluss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backend.md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Routes → Controller → Service → Repository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frontend.md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Page-Tree, Komponenten, State-Flow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data.md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Tabellen, Relationen, Migrationen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dependencies.md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6EDF8"/>
                          </a:solidFill>
                          <a:latin typeface="Calibri"/>
                        </a:rPr>
                        <a:t>externe Dienste, Integrationen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Snapshot — nach Architektur-Änderung neu bauen. Fremdes Repo: code-tour / claude-mem smart-explore.</a:t>
            </a:r>
          </a:p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Pro Aufgabe: research.md (Explore-Agent) → /plan. claude-mem injiziert Alt-Kontext automatisch.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§7a Zwei Startpunkte — leer oder Codebase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3200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493776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LEERES PROJEKT (greenfield)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mkdir app &amp;&amp; cd app &amp;&amp; git init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claude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/ecc-onboard      # Stack → 1x OK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/plan  Baue &lt;Feature&gt;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93392"/>
            <a:ext cx="489204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BESTEHENDE CODEBASE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git clone &lt;repo&gt; &amp;&amp; cd &lt;repo&gt;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claude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/ecc-onboard      # Stack erkannt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/update-codemaps  # EINMAL kartieren</a:t>
            </a:r>
          </a:p>
          <a:p>
            <a:pPr algn="l"/>
            <a:r>
              <a:rPr sz="1250" b="0">
                <a:solidFill>
                  <a:srgbClr val="9CE3F0"/>
                </a:solidFill>
                <a:latin typeface="Consolas"/>
              </a:rPr>
              <a:t>code-tour · smart-explore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Calibri"/>
              </a:rPr>
              <a:t>Einmal, nicht jedes Mal: /ecc-onboard + /update-codemaps laufen pro Projekt EINMAL.</a:t>
            </a:r>
          </a:p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Ergebnis ist persistent (Dateien) — jede Folge-Session startet mit der kompakten Karte.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DURCHGESPIELT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§7b Ein Feature von 0 auf grün — /api/search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155679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5577840"/>
                <a:gridCol w="3749039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Du tippst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→ Output · Modell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1 RESEARCH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Explore-Agent: Routing/Handler/Tests kartieren (+ claude-mem)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research.md · Haiku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2 PLAN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/plan  /api/search: Query → Filter → Paginierung, Tests zuerst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plan.md (wartet) · Opus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3 IMPLEMENT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/feature-dev  plan.md umsetzen (tdd-workflow: Tests zuerst)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Code+Tests RED→GREEN · Sonnet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4 REVIEW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/code-review  (+ /python-review …)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review.md · Opus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5 VERIFY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Tests/Build grün? sonst /build-fix → zurück zu Phase 3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grün → commit · Sonnet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5780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/clear zwischen den Phasen. Jede Phase: ein Input, ein Output (Datei). Phasen nicht überspringen.</a:t>
            </a:r>
          </a:p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Regel: „In Dateien speichern, nicht im Kopf behalten.“  research.md → plan.md → review.md.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CHEAT-SHEET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§8 Cheat-Sheet — Command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155680" cy="45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4023360"/>
                <a:gridCol w="43891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Neues Feature planen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/plan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Anforderungen, Risiken, Schritte — wartet auf dein OK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Feature umsetzen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/feature-dev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nutzt Skills/Agents, TDD zuerst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Projekt ECC-ready machen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/ecc-onboard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Stack erkennen → 1× OK → Rules/Skills + PROJECT_RULES.md + state/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Codebase kartieren (1×)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/update-codemaps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token-arme Architektur-Karten in docs/CODEMAPS/ — statt neu suchen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Fremdes Repo verstehen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/update-codemaps · code-tour · smart-explore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Architektur kartieren, gefuehrte Touren, Struktur-Suche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Code geschrieben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/code-review  (+ /python-review, /go-review …)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Qualität + Security der Änderungen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Build/Tests rot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/build-fix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inkrementelle, minimale Fixes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Coverage / Qualität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/test-coverage  ·  /quality-gate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Lücken finden, Pipeline prüfen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CHEAT-SHEET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§8 Cheat-Sheet — Command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155680" cy="45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4023360"/>
                <a:gridCol w="43891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Aufräumen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/refactor-clean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toter Code + lose Dateien raus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Library-Doku live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context7-MCP · docs-lookup-Agent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aktuelle API-Doku statt Halluzination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Session sichern/laden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/save-session  ·  /resume-session  ·  /sessions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über den Tag hinaus arbeiten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Checkpoint / Nebenfrage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/checkpoint  ·  /aside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Stand markieren / Kontext bewahren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Gelerntes extrahieren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Self-Improvement-Loop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Modell / Kosten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/model-route  ·  /cost-report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billigstes ausreichendes Modell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Harness prüfen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/harness-audit  ·  /ecc-guide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Config-Scorecard / Onboarding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Parallel / Loop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/multi-plan  ·  /loop-start  ·  /loop-status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E6EDF8"/>
                          </a:solidFill>
                          <a:latin typeface="Calibri"/>
                        </a:rPr>
                        <a:t>mehrere Modelle / Automation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§9 Wann welcher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Faustregel: &lt; 10 MCPs aktiv / &lt; 80 Tools. Ungenutztes mit /mcp deaktivieren.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Calibri"/>
              </a:rPr>
              <a:t>● BEI DIR AKTIV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487168"/>
          <a:ext cx="11155680" cy="30632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8960"/>
                <a:gridCol w="2651760"/>
                <a:gridCol w="5394960"/>
              </a:tblGrid>
              <a:tr h="43760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MCP / Tool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Calibri"/>
                        </a:rPr>
                        <a:t>Hinweis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PDF/Word/Excel/PPTX lesen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markitdown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Dokumente → Markdown (lokal, global aktiv)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Aktuelle Library-/API-Doku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context7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React, Prisma, Next.js … statt veraltetem Wissen (Plugin)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Frühere Arbeit / „schon gelöst?“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deine Memory-Quelle: /mem-search, Auto-Injektion ab 2. Session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Kontext-Tooling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context-mode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lokaler MCP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Dienste anbinden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claude.ai-Connectoren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n8n · Notion · Gamma · Google Drive · Microsoft Learn · Kiwi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43761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Bash-Token sparen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RTK (Hook, kein MCP)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E6EDF8"/>
                          </a:solidFill>
                          <a:latin typeface="Calibri"/>
                        </a:rPr>
                        <a:t>60–90 % Ersparnis, läuft transparent global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66928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Optional, NICHT installiert: exa · github (du: gh-CLI) · playwright · sequential-thinking.</a:t>
            </a:r>
          </a:p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„memory“-MCP (Wissensgraph) nicht nötig — claude-mem ist deine Memory-Quelle.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§10 Token-Ökonomie &amp; Modellstrategie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Calibri"/>
              </a:rPr>
              <a:t>HAIKU 4.5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Worker-Agents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Exploration / Suche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viele günstige Parallel-Agents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Doku-Struktur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18CF8"/>
                </a:solidFill>
                <a:latin typeface="Calibri"/>
              </a:rPr>
              <a:t>SONNET 4.6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günstige Alternative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einfache, gut definierte Edits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PR-Review (Kontext)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Doku schreiben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4736" y="1783080"/>
            <a:ext cx="356616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965960"/>
            <a:ext cx="3163824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Calibri"/>
              </a:rPr>
              <a:t>OPUS 4.8 (1M)</a:t>
            </a:r>
          </a:p>
          <a:p>
            <a:pPr algn="l"/>
            <a:r>
              <a:rPr sz="1300" b="1">
                <a:solidFill>
                  <a:srgbClr val="E6EDF8"/>
                </a:solidFill>
                <a:latin typeface="Calibri"/>
              </a:rPr>
              <a:t>Standard / Default</a:t>
            </a:r>
          </a:p>
          <a:p>
            <a:pPr algn="l"/>
            <a:r>
              <a:rPr sz="6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Standard-Coding / Multi-File (/fast)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komplexe Architektur (effort high)</a:t>
            </a:r>
          </a:p>
          <a:p>
            <a:pPr algn="l"/>
            <a:r>
              <a:rPr sz="1200" b="0">
                <a:solidFill>
                  <a:srgbClr val="8B98B0"/>
                </a:solidFill>
                <a:latin typeface="Calibri"/>
              </a:rPr>
              <a:t>• Security-Analyse · komplexe Bugs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Effort medium Standard / high bei Architektur+Security · /model-route · /cost-report · Auto-Compact aus.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MEMORY &amp; LERNEN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§11–12 Memory, Sessions &amp; Continuous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109728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37760"/>
                <a:gridCol w="60350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36576" marB="36576" marL="73152" marR="73152">
                    <a:solidFill>
                      <a:srgbClr val="0E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/save-session · /resume-session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Tag-zu-Tag-Fortschritt persistieren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/sessions · /checkpoint · /aside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Historie · Checkpoint · Nebenfrage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Self-Improvement-Loop (Instincts)</a:t>
                      </a:r>
                    </a:p>
                  </a:txBody>
                  <a:tcPr marT="36576" marB="36576" marL="73152" marR="73152">
                    <a:solidFill>
                      <a:srgbClr val="141A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/instinct-status · /skill-create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6EDF8"/>
                          </a:solidFill>
                          <a:latin typeface="Calibri"/>
                        </a:rPr>
                        <a:t>Instincts zeigen · Skill aus Git-History</a:t>
                      </a:r>
                    </a:p>
                  </a:txBody>
                  <a:tcPr marT="36576" marB="36576" marL="73152" marR="73152"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5488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EDF8"/>
                </a:solidFill>
                <a:latin typeface="Calibri"/>
              </a:rPr>
              <a:t>claude-mem = deine Memory-Quelle: Auto-Injektion ab 2. Session · /mem-search für frühere Arbeit.</a:t>
            </a:r>
          </a:p>
          <a:p>
            <a:pPr algn="l"/>
            <a:r>
              <a:rPr sz="1400" b="1">
                <a:solidFill>
                  <a:srgbClr val="FBBF24"/>
                </a:solidFill>
                <a:latin typeface="Calibri"/>
              </a:rPr>
              <a:t>EINE primäre Memory-Quelle je Projekt — kein zusätzlicher memory-MCP. Keine Secrets in Memory.</a:t>
            </a:r>
          </a:p>
          <a:p>
            <a:pPr algn="l"/>
            <a:r>
              <a:rPr sz="1300" b="0">
                <a:solidFill>
                  <a:srgbClr val="818CF8"/>
                </a:solidFill>
                <a:latin typeface="Calibri"/>
              </a:rPr>
              <a:t>Routine: Session-Ende → /learn-eval → /evolve → /promote.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§13 Parallelisierung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2024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/fork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Konversation forken für nicht-überlappende Nebenaufgaben (Codebase-Fragen).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Git-Worktrees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überlappende parallele Arbeit ohne Konflikte — eigene Claude-Instanz je Worktree.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3756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47472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Cascade-Methode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neue Tasks in neuen Tabs, alt→neu abarbeiten, max. 3–4 gleichzeitig.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337560"/>
            <a:ext cx="5166360" cy="137160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474720"/>
            <a:ext cx="4800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Calibri"/>
              </a:rPr>
              <a:t>ECC-Multi-Model</a:t>
            </a:r>
          </a:p>
          <a:p>
            <a:pPr algn="l"/>
            <a:r>
              <a:rPr sz="1150" b="0">
                <a:solidFill>
                  <a:srgbClr val="8B98B0"/>
                </a:solidFill>
                <a:latin typeface="Calibri"/>
              </a:rPr>
              <a:t>/multi-plan · /multi-workflow · /multi-backend · /multi-frontend · /loop-start.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37760"/>
            <a:ext cx="10927080" cy="9601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749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9CE3F0"/>
                </a:solidFill>
                <a:latin typeface="Consolas"/>
              </a:rPr>
              <a:t>git worktree add ../feature-a feature-a &amp;&amp; cd ../feature-a &amp;&amp; claude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§14 Security im Alltag + VPS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377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Calibri"/>
              </a:rPr>
              <a:t>Aktiv / sicher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RTK-Hook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PreToolUse:Bash bleibt unangetastet — Token-Ersparnis global.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ECC namespace-sicher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rules/ecc/, skills/ecc/ — keine Kollision mit Eigenem.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settings.json unberührt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kein Auto-Edit der Startup-Config; nur additiv via ./install-vps.sh --harden.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03520" cy="3383280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8920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  <a:latin typeface="Calibri"/>
              </a:rPr>
              <a:t>Bewusst opt-in</a:t>
            </a:r>
          </a:p>
          <a:p>
            <a:pPr algn="l"/>
            <a:r>
              <a:rPr sz="400" b="0">
                <a:solidFill>
                  <a:srgbClr val="E6EDF8"/>
                </a:solidFill>
                <a:latin typeface="Calibri"/>
              </a:rPr>
              <a:t/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ECC-Hooks INAKTIV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Repo-kontrollierte Hooks nicht blind aktiv. Bewusst aktivieren nach Sichtung von hooks.json.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deny-Baseline opt-in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./install-vps.sh --harden ergänzt rm -rf / force-push / Secret-Reads (mit Backup).</a:t>
            </a:r>
          </a:p>
          <a:p>
            <a:pPr algn="l"/>
            <a:r>
              <a:rPr sz="1250" b="1">
                <a:solidFill>
                  <a:srgbClr val="E6EDF8"/>
                </a:solidFill>
                <a:latin typeface="Calibri"/>
              </a:rPr>
              <a:t>AgentShield</a:t>
            </a:r>
          </a:p>
          <a:p>
            <a:pPr lvl="1" algn="l"/>
            <a:r>
              <a:rPr sz="1100" b="0">
                <a:solidFill>
                  <a:srgbClr val="8B98B0"/>
                </a:solidFill>
                <a:latin typeface="Calibri"/>
              </a:rPr>
              <a:t>npx ecc-agentshield scan lädt externes Paket — selbst vetten, dann ausführen.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8B0"/>
                </a:solidFill>
                <a:latin typeface="Calibri"/>
              </a:rPr>
              <a:t>VPS-weit: ECC global → Hooks bleiben inaktiv bis zur bewussten Aktivierung. Härtung: ./install-vps.sh --harden (mit settings.json-Backup).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CLIS &amp; WARTUNG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§15 ECC-CLIs &amp; Wartung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27080" cy="29260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doctor          # Health-Check (claude-home: OK)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list-installed   # was ist installiert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node scripts/ecc.js repair           # ECC-Dateien wiederherstellen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npx ecc consult "security reviews"   # Advisor: welche Komponenten?</a:t>
            </a:r>
          </a:p>
          <a:p>
            <a:pPr algn="l"/>
            <a:r>
              <a:rPr sz="1300" b="0">
                <a:solidFill>
                  <a:srgbClr val="9CE3F0"/>
                </a:solidFill>
                <a:latin typeface="Consolas"/>
              </a:rPr>
              <a:t>./install-vps.sh                     # Re-Install / Update VPS-weit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  <a:latin typeface="Calibri"/>
              </a:rPr>
              <a:t>Slash-Einstieg:  /ecc-guide · /harness-audit · /cost-report · /skill-health · /projects.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017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Calibri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017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B98B0"/>
                </a:solidFill>
                <a:latin typeface="Calibri"/>
              </a:rPr>
              <a:t>18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E6EDF8"/>
                </a:solidFill>
                <a:latin typeface="Calibri"/>
              </a:rPr>
              <a:t>Quellen &amp; TL;DR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81328"/>
            <a:ext cx="20116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Calibri"/>
              </a:rPr>
              <a:t>Guides von @affaanmustafa (X-Threads; lokal unter ecc/):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Shortform: https://x.com/affaanmustafa/status/2012378465664745795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Longform:  https://x.com/affaanmustafa/status/2014040193557471352</a:t>
            </a:r>
          </a:p>
          <a:p>
            <a:pPr algn="l"/>
            <a:r>
              <a:rPr sz="1150" b="0">
                <a:solidFill>
                  <a:srgbClr val="E6EDF8"/>
                </a:solidFill>
                <a:latin typeface="Calibri"/>
              </a:rPr>
              <a:t>Security:  https://x.com/affaanmustafa/status/2033263813387223421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22D3EE"/>
                </a:solidFill>
                <a:latin typeface="Calibri"/>
              </a:rPr>
              <a:t>TL;DR — wie der Erfinder: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1. In Phasen: Research → /plan → /feature-dev+TDD → /code-review → Verify.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2. Kontext sauber: &lt;10 MCPs, billigstes Modell, modulare Dateien, strategisch compacten.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3. Persistieren: /save-session · /resume-session.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4. Lernen: /learn-eval → /evolve → /promote.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5. Security zuerst: RTK aktiv, Hooks/AgentShield bewusst, nie blind ausführen.</a:t>
            </a:r>
          </a:p>
          <a:p>
            <a:pPr algn="l"/>
            <a:r>
              <a:rPr sz="1300" b="0">
                <a:solidFill>
                  <a:srgbClr val="E6EDF8"/>
                </a:solidFill>
                <a:latin typeface="Calibri"/>
              </a:rPr>
              <a:t>6. Unsicher? /ecc-guide · ecc doctor ·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