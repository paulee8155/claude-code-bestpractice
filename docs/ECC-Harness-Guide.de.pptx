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B6D4"/>
                </a:solidFill>
                <a:latin typeface="Calibri"/>
              </a:rPr>
              <a:t>ENGINEERING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ECC × BestPractice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000" b="1">
                <a:solidFill>
                  <a:srgbClr val="FFFFFF"/>
                </a:solidFill>
                <a:latin typeface="Calibri"/>
              </a:rPr>
              <a:t>Das fusionierte, VPS-weite Claude-Code-Harness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Global aktiv in ~/.claude · ECC 2.0.0-rc.1 (core, führend) · RTK-sicher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Quelle / Re-Install:  ./install-vps.sh   ·   Guides: @affaanmustafa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1 · Was ist dieses Harness?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800" b="1">
                <a:solidFill>
                  <a:srgbClr val="312E81"/>
                </a:solidFill>
                <a:latin typeface="Calibri"/>
              </a:rPr>
              <a:t>Fusion zweier Systeme — Fokus auf ECC:</a:t>
            </a:r>
          </a:p>
          <a:p>
            <a:pPr lvl="1"/>
            <a:r>
              <a:rPr sz="1500" b="0">
                <a:solidFill>
                  <a:srgbClr val="1F2937"/>
                </a:solidFill>
                <a:latin typeface="Calibri"/>
              </a:rPr>
              <a:t>ECC (Everything Claude Code) — die Engine: 63 Agents, ~79 Skills, 79 Commands, 21 Rule-Packs,</a:t>
            </a:r>
          </a:p>
          <a:p>
            <a:pPr lvl="2"/>
            <a:r>
              <a:rPr sz="1500" b="0">
                <a:solidFill>
                  <a:srgbClr val="1F2937"/>
                </a:solidFill>
                <a:latin typeface="Calibri"/>
              </a:rPr>
              <a:t>manifest-Installer, Continuous Learning, Security-Scanning.</a:t>
            </a:r>
          </a:p>
          <a:p>
            <a:pPr lvl="1"/>
            <a:r>
              <a:rPr sz="1500" b="0">
                <a:solidFill>
                  <a:srgbClr val="1F2937"/>
                </a:solidFill>
                <a:latin typeface="Calibri"/>
              </a:rPr>
              <a:t>BestPractice-Extras — /ecc-onboard (One-Shot-Setup), state/-Pattern, Karpathy-Prinzipien.</a:t>
            </a:r>
          </a:p>
          <a:p>
            <a:pPr/>
            <a:r>
              <a:rPr sz="800" b="0">
                <a:solidFill>
                  <a:srgbClr val="1F2937"/>
                </a:solidFill>
                <a:latin typeface="Calibri"/>
              </a:rPr>
              <a:t/>
            </a:r>
          </a:p>
          <a:p>
            <a:pPr/>
            <a:r>
              <a:rPr sz="1800" b="1">
                <a:solidFill>
                  <a:srgbClr val="F59E0B"/>
                </a:solidFill>
                <a:latin typeface="Calibri"/>
              </a:rPr>
              <a:t>„Konfiguration ist Fine-Tuning, nicht Architektur."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Wiederverwendbare Muster · sauberer Kontext · billigstes Modell · Verifikation mit Evidenz · Security zuerst.</a:t>
            </a:r>
          </a:p>
          <a:p>
            <a:pPr/>
            <a:r>
              <a:rPr sz="1400" b="0">
                <a:solidFill>
                  <a:srgbClr val="312E81"/>
                </a:solidFill>
                <a:latin typeface="Calibri"/>
              </a:rPr>
              <a:t>5 Prinzipien: Agent-First · Test-Driven · Security-First · Immutability · Plan-Before-Execute.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2 · Setup &amp; VPS-Architektur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312E81"/>
                </a:solidFill>
                <a:latin typeface="Calibri"/>
              </a:rPr>
              <a:t>ECC ist GLOBAL (~/.claude) → aktiv in JEDEM VPS-Projekt (WMS, Jarvis, n8n …).</a:t>
            </a:r>
          </a:p>
          <a:p>
            <a:pPr/>
            <a:r>
              <a:rPr sz="1400" b="0">
                <a:solidFill>
                  <a:srgbClr val="1F2937"/>
                </a:solidFill>
                <a:latin typeface="Calibri"/>
              </a:rPr>
              <a:t>Namespace-sicher (rules/ecc, skills/ecc) · RTK-Hook unangetastet · Installer additiv.</a:t>
            </a:r>
          </a:p>
          <a:p>
            <a:pPr/>
            <a:r>
              <a:rPr sz="1400" b="0">
                <a:solidFill>
                  <a:srgbClr val="1F2937"/>
                </a:solidFill>
                <a:latin typeface="Calibri"/>
              </a:rPr>
              <a:t>Reproduzierbar: Repo = Quelle, Re-Install via ./install-vps.sh (idempotent, mit Backup).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329184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840480"/>
                <a:gridCol w="49377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Dein Tool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ECC-Pendant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Empfehlung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superpowers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tdd-workflow, verification-loop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beides nutzbar; ECC bevorzugen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claude-mem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/save-session, learning-v2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primäre Memory-Quelle, auto-injiziert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RTK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Token-Ökonomie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ergänzen sich (Bash- vs Workflow-Ebene)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codex / superpowers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diverse Skills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eigenständig; bleiben aktiv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3 · Mentales Modell — die Bausteine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27432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Baustein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Was es ist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 (global)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Skills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Durable Kern: wiederverwendbare Workflow-Bündel, laden on-demand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~/.claude/skills/ecc/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Commands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Slash-Einstiegspunkte (/plan, /code-review …)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~/.claude/commands/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Subagents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Delegierbare Spezialisten mit eigenem Tool-Scope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~/.claude/agents/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Hooks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Trigger-Automatik an Lifecycle-Events (INAKTIV per Default)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~/.claude/hooks/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Rules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„Immer befolgen"-Leitlinien je Sprache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~/.claude/rules/ecc/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Prompt-getriebene Wrapper um externe Dienste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.mcp.json / global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Instincts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Gelernte Muster aus deinen Sessions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homunculus/instincts/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5321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1">
                <a:solidFill>
                  <a:srgbClr val="F59E0B"/>
                </a:solidFill>
                <a:latin typeface="Calibri"/>
              </a:rPr>
              <a:t>Regel: Durable Logik gehört in Skills. Was du 3× tippst → /skill-create.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4 · Täglicher Workflow — 5 Phasen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10972800" cy="2286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300">
                <a:solidFill>
                  <a:srgbClr val="9CE3F0"/>
                </a:solidFill>
                <a:latin typeface="Consolas"/>
              </a:rPr>
              <a:t>RESEARCH   →  Explore-Agent / claude-mem         →  research.md</a:t>
            </a:r>
          </a:p>
          <a:p>
            <a:r>
              <a:rPr sz="1300">
                <a:solidFill>
                  <a:srgbClr val="9CE3F0"/>
                </a:solidFill>
                <a:latin typeface="Consolas"/>
              </a:rPr>
              <a:t>PLAN       →  /plan  (wartet auf dein OK!)        →  plan.md</a:t>
            </a:r>
          </a:p>
          <a:p>
            <a:r>
              <a:rPr sz="1300">
                <a:solidFill>
                  <a:srgbClr val="9CE3F0"/>
                </a:solidFill>
                <a:latin typeface="Consolas"/>
              </a:rPr>
              <a:t>IMPLEMENT  →  /feature-dev + tdd-workflow          →  Code + Tests</a:t>
            </a:r>
          </a:p>
          <a:p>
            <a:r>
              <a:rPr sz="1300">
                <a:solidFill>
                  <a:srgbClr val="9CE3F0"/>
                </a:solidFill>
                <a:latin typeface="Consolas"/>
              </a:rPr>
              <a:t>REVIEW     →  /code-review (+ /&lt;sprache&gt;-review)   →  review.md</a:t>
            </a:r>
          </a:p>
          <a:p>
            <a:r>
              <a:rPr sz="1300">
                <a:solidFill>
                  <a:srgbClr val="9CE3F0"/>
                </a:solidFill>
                <a:latin typeface="Consolas"/>
              </a:rPr>
              <a:t>VERIFY     →  Tests/Build (+ /build-fix)           →  grün / zurück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  <a:latin typeface="Calibri"/>
              </a:rPr>
              <a:t>Ein Input, ein Output je Schritt — in Dateien speichern.</a:t>
            </a:r>
          </a:p>
          <a:p>
            <a:pPr/>
            <a:r>
              <a:rPr sz="1500" b="0">
                <a:solidFill>
                  <a:srgbClr val="1F2937"/>
                </a:solidFill>
                <a:latin typeface="Calibri"/>
              </a:rPr>
              <a:t>Phasen nicht überspringen. /clear zwischen großen Phasen.</a:t>
            </a:r>
          </a:p>
          <a:p>
            <a:pPr/>
            <a:r>
              <a:rPr sz="1500" b="0">
                <a:solidFill>
                  <a:srgbClr val="1F2937"/>
                </a:solidFill>
                <a:latin typeface="Calibri"/>
              </a:rPr>
              <a:t>Subagents immer objektiven Kontext mitgeben, nicht nur die Frage.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5a · Projekt-Onboarding mit /ecc-onboard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120640"/>
                <a:gridCol w="384048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Schritt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Was passiert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Ergebnis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1 · Detect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Stack erkennen (package.json, go.mod …)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Profil + Sprach-Packs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2 · Dry-Run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install-apply --target claude-project --dry-run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Plan ohne Schreiben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3 · OK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1× Bestätigung des Users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Freigabe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4 · Install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install-apply --target claude-project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.claude/rules/ecc + skills/ecc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5 · Kontext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Templates mit echten Werten füllen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PROJECT_RULES.md + state/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312E81"/>
                </a:solidFill>
                <a:latin typeface="Calibri"/>
              </a:rPr>
              <a:t>Aus dem Zielprojekt ausführen — Install landet im aktuellen cwd.</a:t>
            </a:r>
          </a:p>
          <a:p>
            <a:pPr/>
            <a:r>
              <a:rPr sz="1600" b="0">
                <a:solidFill>
                  <a:srgbClr val="312E81"/>
                </a:solidFill>
                <a:latin typeface="Calibri"/>
              </a:rPr>
              <a:t>Idempotent: erneut ausführen merged, überschreibt nichts blind.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5b · Codebase EINMAL erkunden (Codemaps)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312E81"/>
                </a:solidFill>
                <a:latin typeface="Calibri"/>
              </a:rPr>
              <a:t>Prinzip: einmal kartieren → in Dateien festhalten → künftig die Karte lesen statt neu suchen.</a:t>
            </a:r>
          </a:p>
          <a:p>
            <a:pPr/>
            <a:r>
              <a:rPr sz="1400" b="0">
                <a:solidFill>
                  <a:srgbClr val="1F2937"/>
                </a:solidFill>
                <a:latin typeface="Calibri"/>
              </a:rPr>
              <a:t>/update-codemaps schreibt token-arme Architektur-Karten nach docs/CODEMAPS/: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468880"/>
          <a:ext cx="109728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Datei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Inhalt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architecture.md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System-Diagramm, Service-Grenzen, Datenfluss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backend.md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Routes → Controller → Service → Repository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frontend.md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Page-Tree, Komponenten, State-Flow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data.md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Tabellen, Relationen, Migrationen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dependencies.md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externe Dienste, Integrationen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30352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400" b="1">
                <a:solidFill>
                  <a:srgbClr val="F59E0B"/>
                </a:solidFill>
                <a:latin typeface="Calibri"/>
              </a:rPr>
              <a:t>Snapshot — nach Architektur-Änderung neu bauen. Fremdes Repo: Skill codebase-onboarding.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Pro Aufgabe: research.md (Explore-Agent) → /plan. claude-mem injiziert Alt-Kontext automatisch.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6 · Cheat-Sheet — wann welcher Command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155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572000"/>
              </a:tblGrid>
              <a:tr h="528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Neues Feature planen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/plan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Anforderungen, Risiken, Schritte — wartet auf dein OK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Feature umsetzen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/feature-dev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nutzt Skills/Agents, TDD zuerst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Projekt ECC-ready machen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/ecc-onboard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Stack erkennen → 1× OK → Rules/Skills + PROJECT_RULES.md + state/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Codebase kartieren (1×)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/update-codemaps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token-arme Architektur-Karten in docs/CODEMAPS/ — statt neu suchen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Fremdes Repo verstehen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Skill codebase-onboarding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Entry-Points, Konventionen, Starter-CLAUDE.md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Code geschrieben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/code-review  (+ /python-review, /go-review …)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Qualität + Security der Änderungen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Build/Tests rot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/build-fix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inkrementelle, minimale Fixes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Coverage / Qualität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/test-coverage  ·  /quality-gate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Lücken finden, Pipeline prüfen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6 · Cheat-Sheet — wann welcher Command (2/2)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155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572000"/>
              </a:tblGrid>
              <a:tr h="528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Aufräumen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/refactor-clean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toter Code + lose Dateien raus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Library-Doku live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context7-MCP  ·  Skill documentation-lookup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aktuelle API-Doku statt Halluzination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Session sichern/laden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/save-session  ·  /resume-session  ·  /sessions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über den Tag hinaus arbeiten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Checkpoint / Nebenfrage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/checkpoint  ·  /aside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Stand markieren / Kontext bewahren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Gelerntes extrahieren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Self-Improvement-Loop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Modell / Kosten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/model-route  ·  /cost-report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billigstes ausreichendes Modell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Harness prüfen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/harness-audit  ·  /ecc-guide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Config-Scorecard / Onboarding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Parallel / Loop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/multi-plan  ·  /loop-start  ·  /loop-status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mehrere Modelle / Automation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7 · Wann welcher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Faustregel: 20–30 konfiguriert, &lt; 10 aktiv / &lt; 80 Tools. Ungenutztes mit /mcp deaktivieren.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1556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560320"/>
                <a:gridCol w="5303520"/>
              </a:tblGrid>
              <a:tr h="44805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Aufgabe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MCP / Tool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Hinweis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Aktuelle Library-/API-Doku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context7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React, Prisma, Next.js … statt veraltetem Wissen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Web-Recherche / Discovery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exa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breite Suche, wenn GitHub+Docs nicht reichen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GitHub (PRs, Issues, Code-Suche)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github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Code-Search FIRST vor Neuschreiben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Browser / E2E / Screenshots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playwright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headless Automation, visuelle Tests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PDF / Word / Excel lesen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markitdown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Dokumente → Markdown (global aktiv)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Strukturierter Wissensgraph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Laufzeit-Memory (mit claude-mem abstimmen)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Schrittweises Reasoning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sequential-thinking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komplexe Mehrschritt-Probleme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Bash-Token sparen (lokal)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RTK-Hook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60–90 % Ersparnis, läuft transparent global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Frühere Arbeit / „schon gelöst?"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claude-mem (/mem-search)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cross-session Memory, injiziert Kontext automatisch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8 · Token-Ökonomie &amp; Modellstrategie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155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645920"/>
                <a:gridCol w="603504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Aufgabe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Modell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Warum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Exploration / Suche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Haiku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schnell, billig, reicht zum Finden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Einfache Einzeldatei-Edits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Haiku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klar umrissen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Multi-File-Implementierung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Sonnet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bester Coding-Kompromiss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Komplexe Architektur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Opus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tiefes Reasoning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PR-Review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Sonnet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versteht Kontext, fängt Nuancen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Security-Analyse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Opus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darf nichts übersehen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Doku schreiben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Haiku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einfache Struktur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Komplexe Bugs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Opus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ganzes System im Kopf halten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1">
                <a:solidFill>
                  <a:srgbClr val="312E81"/>
                </a:solidFill>
                <a:latin typeface="Calibri"/>
              </a:rPr>
              <a:t>Default = Sonnet (~90 %). Opus bei: 1. Versuch gescheitert · ≥5 Dateien · Architektur · Security.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Hilfe: /model-route, /cost-report. Auto-Compact aus, manuell /compact mit Hint.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9–10 · Memory, Sessions &amp; Continuous Learning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217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/save-session · /resume-session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Tag-zu-Tag-Fortschritt persistieren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/sessions · /checkpoint · /aside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Historie · Checkpoint · Nebenfrage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Self-Improvement-Loop (Instincts)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/instinct-status · /skill-create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Instincts zeigen · Skill aus Git-History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1">
                <a:solidFill>
                  <a:srgbClr val="F59E0B"/>
                </a:solidFill>
                <a:latin typeface="Calibri"/>
              </a:rPr>
              <a:t>EINE primäre Memory-Quelle je Projekt (claude-mem-Koexistenz). Keine Secrets in Memory.</a:t>
            </a:r>
          </a:p>
          <a:p>
            <a:pPr/>
            <a:r>
              <a:rPr sz="1500" b="0">
                <a:solidFill>
                  <a:srgbClr val="312E81"/>
                </a:solidFill>
                <a:latin typeface="Calibri"/>
              </a:rPr>
              <a:t>Routine: Session-Ende → /learn-eval → /evolve → /promote.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12 · Security im Alltag + VPS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312E81"/>
                </a:solidFill>
                <a:latin typeface="Calibri"/>
              </a:rPr>
              <a:t>Aktiv / sicher: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RTK-Hook — PreToolUse:Bash bleibt unangetastet — Token-Ersparnis global.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ECC namespace-sicher — rules/ecc/, skills/ecc/ — keine Kollision mit Eigenem.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settings.json unberührt — kein Auto-Edit der Startup-Config; nur additiv via ./install-vps.sh --harden.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F59E0B"/>
                </a:solidFill>
                <a:latin typeface="Calibri"/>
              </a:rPr>
              <a:t>Bewusst opt-in (Least-Agency):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ECC-Hooks INAKTIV — Repo-kontrollierte Hooks nicht blind aktiv. Bewusst aktivieren nach Sichtung von hooks.json.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deny-Baseline opt-in — ./install-vps.sh --harden ergänzt rm -rf / force-push / Secret-Reads (mit Backup).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AgentShield — npx ecc-agentshield scan lädt externes Paket — selbst vetten, dann ausführen.</a:t>
            </a:r>
          </a:p>
          <a:p>
            <a:pPr/>
            <a:r>
              <a:rPr sz="1300" b="0">
                <a:solidFill>
                  <a:srgbClr val="312E81"/>
                </a:solidFill>
                <a:latin typeface="Calibri"/>
              </a:rPr>
              <a:t>VPS-weit: ECC global → Hooks bleiben inaktiv bis zur bewussten Aktivierung. Härtung: ./install-vps.sh --harden.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Quellen &amp; 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1">
                <a:solidFill>
                  <a:srgbClr val="06B6D4"/>
                </a:solidFill>
                <a:latin typeface="Calibri"/>
              </a:rPr>
              <a:t>Guides von @affaanmustafa (X-Threads; lokal unter ecc/):</a:t>
            </a:r>
          </a:p>
          <a:p>
            <a:pPr/>
            <a:r>
              <a:rPr sz="1200" b="0">
                <a:solidFill>
                  <a:srgbClr val="FFFFFF"/>
                </a:solidFill>
                <a:latin typeface="Calibri"/>
              </a:rPr>
              <a:t>Shortform: https://x.com/affaanmustafa/status/2012378465664745795</a:t>
            </a:r>
          </a:p>
          <a:p>
            <a:pPr/>
            <a:r>
              <a:rPr sz="1200" b="0">
                <a:solidFill>
                  <a:srgbClr val="FFFFFF"/>
                </a:solidFill>
                <a:latin typeface="Calibri"/>
              </a:rPr>
              <a:t>Longform:  https://x.com/affaanmustafa/status/2014040193557471352</a:t>
            </a:r>
          </a:p>
          <a:p>
            <a:pPr/>
            <a:r>
              <a:rPr sz="1200" b="0">
                <a:solidFill>
                  <a:srgbClr val="FFFFFF"/>
                </a:solidFill>
                <a:latin typeface="Calibri"/>
              </a:rPr>
              <a:t>Security:  https://x.com/affaanmustafa/status/2033263813387223421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06B6D4"/>
                </a:solidFill>
                <a:latin typeface="Calibri"/>
              </a:rPr>
              <a:t>TL;DR — wie der Erfinder: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1. In Phasen: Research → /plan → /feature-dev+TDD → /code-review → Verify.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2. Kontext sauber: &lt;10 MCPs, billigstes Modell, modulare Dateien, strategisch compacten.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3. Persistieren: /save-session · /resume-session.   4. Lernen: /learn-eval → /evolve → /promote.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5. Security zuerst: RTK aktiv, Hooks/AgentShield bewusst, nie blind ausführen.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6. Unsicher? /ecc-guide · ecc doctor · die drei Original-Guides.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