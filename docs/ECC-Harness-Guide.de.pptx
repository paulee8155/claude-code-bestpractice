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E6EDF8"/>
                </a:solidFill>
                <a:latin typeface="Calibri"/>
              </a:rPr>
              <a:t>Das fusionierte, VPS-weite Claude-Code-Harness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Global aktiv in ~/.claude · ECC 2.0.0-rc.1 (core, führend) · RTK-sicher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Quelle/Re-Install: ./install-vps.sh ·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 Was ist das Harness?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7665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818CF8"/>
                </a:solidFill>
                <a:latin typeface="Calibri"/>
              </a:rPr>
              <a:t>Fusion zweier Systeme — Fokus auf ECC: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ECC-Engine: 63 Agents · 249 Skills · ~80 Commands,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manifest-Installer, Continuous Learning, Security-Scanning.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BestPractice-Extras: /ecc-onboard (One-Shot-Setup),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state/-Pattern, Karpathy-Prinzipien.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37360"/>
            <a:ext cx="3931920" cy="237744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„Konfiguration ist Fine-Tuning,</a:t>
            </a:r>
          </a:p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nicht Architektur.“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Muster wiederverwenden · Kontext sauber · billigstes Modell · Evidenz.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18CF8"/>
                </a:solidFill>
                <a:latin typeface="Calibri"/>
              </a:rPr>
              <a:t>5 Prinzipien: 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§2 Setup &amp; VPS-Architektur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818CF8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383280"/>
          <a:ext cx="10972800" cy="2560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840480"/>
                <a:gridCol w="47548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§3 Mentales Modell — die Bausteine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Skills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Durable Kern: wiederverwendbare Workflow-Bündel, laden on-demand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~/.claude/skills/ecc/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Commands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Slash-Einstiegspunkte (/plan, /code-review …)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~/.claude/commands/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Subagents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Delegierbare Spezialisten mit eigenem Tool-Scope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~/.claude/agents/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Hooks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Trigger-Automatik an Lifecycle-Events (INAKTIV per Default)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~/.claude/hooks/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Rules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„Immer befolgen"-Leitlinien je Sprache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~/.claude/rules/ecc/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MCP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Prompt-getriebene Wrapper um externe Dienste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.mcp.json / 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Instincts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Gelernte Muster aus deinen Sessions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homunculus/instincts/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Regel:  Durable Logik → Skills.  3× getippt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§4 Agent- &amp; Skill-Katalog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Core-Workflow-Agents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planner · architect / code-architect · code-explorer · tdd-guide · code-reviewer · security-reviewer · build-error-resolver · refactor-cleaner · e2e-runner · doc-updater · performance-optimizer · silent-failure-hunter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Sprach-Reviewer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Build-Resolver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Schlüssel-Skills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tdd-workflow · verification-loop · code-tour · production-audit · eval-harness · iterative-retrieval · continuous-learning-v2 · strategic-compact · configure-ecc · council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63 Agents · 21 Skills (core; 249 via --profile full) · claude-mem + superpowers koexistieren.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§5 Workflow — die 5 Phasen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1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RESEARCH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Explore · claude-mem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research.md</a:t>
            </a:r>
          </a:p>
        </p:txBody>
      </p:sp>
      <p:sp>
        <p:nvSpPr>
          <p:cNvPr id="9" name="Chevron 8"/>
          <p:cNvSpPr/>
          <p:nvPr/>
        </p:nvSpPr>
        <p:spPr>
          <a:xfrm>
            <a:off x="2514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2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PLAN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/plan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plan.md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0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3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IMPLEMENT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/feature-dev + tdd-workflow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Code + Tests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4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REVIEW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/code-review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review.md</a:t>
            </a:r>
          </a:p>
        </p:txBody>
      </p:sp>
      <p:sp>
        <p:nvSpPr>
          <p:cNvPr id="18" name="Chevron 17"/>
          <p:cNvSpPr/>
          <p:nvPr/>
        </p:nvSpPr>
        <p:spPr>
          <a:xfrm>
            <a:off x="9372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46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5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VERIFY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Tests · Build · /build-fix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grün 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Ein Input, ein Output je Schritt — in Dateien speichern.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/clear zwischen großen Phasen — Explorations-Kontext ist für die Umsetzung irrelevant.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§6a Projekt-Onboarding mit /ecc-onboard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1 · Detect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Stack erkennen (package.json, go.mod …)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Profil + Sprach-Packs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2 · Dry-Run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--dry-run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Plan ohne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3 · OK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1× Bestätigung des Users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Freigabe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3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4 · Install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--target claude-project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.claude/rules/ecc + skills/ecc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66376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5 · Kontext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Templates mit echten Werten füllen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PROJECT_RULES.md + state/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Aus dem Zielprojekt ausführen — Install landet im aktuellen cwd.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CODEMAPS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§6b Codebase EINMAL erkunden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Prinzip: einmal kartieren → in Dateien festhalten → künftig die Karte lesen statt neu suchen.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72799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17520"/>
                <a:gridCol w="795527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Datei (docs/CODEMAPS/)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Inhalt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architecture.md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System-Diagramm, Service-Grenzen, Datenfluss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backend.md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Routes → Controller → Service → Repository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frontend.md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Page-Tree, Komponenten, State-Flow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data.md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Tabellen, Relationen, Migrationen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dependencies.md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externe Dienste, Integrationen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Snapshot — nach Architektur-Änderung neu bauen. Fremdes Repo: code-tour / claude-mem smart-explore.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Pro Aufgabe: research.md (Explore-Agent) → /plan. claude-mem injiziert Alt-Kontext automatisch.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 Cheat-Sheet — Command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Codebase kartieren (1×)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token-arme Architektur-Karten in docs/CODEMAPS/ — statt neu suchen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Fremdes Repo verstehen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 · code-tour · smart-explore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Architektur kartieren, gefuehrte Touren, Struktur-Suche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 Cheat-Sheet — Command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context7-MCP · docs-lookup-Agent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Wann welcher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Faustregel: &lt; 10 MCPs aktiv / &lt; 80 Tools. Ungenutztes mit /mcp deaktivieren.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Calibri"/>
              </a:rPr>
              <a:t>● BEI DIR AKTIV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87168"/>
          <a:ext cx="11155680" cy="30632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2651760"/>
                <a:gridCol w="5394960"/>
              </a:tblGrid>
              <a:tr h="43760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PDF/Word/Excel/PPTX lesen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Dokumente → Markdown (lokal, global aktiv)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React, Prisma, Next.js … statt veraltetem Wissen (Plugin)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Frühere Arbeit / „schon gelöst?“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deine Memory-Quelle: /mem-search, Auto-Injektion ab 2. 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Kontext-Tooling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context-mode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lokaler MCP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Dienste anbinden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claude.ai-Connectoren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n8n · Notion · Gamma · Google Drive · Microsoft Learn · Kiwi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Bash-Token sparen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RTK (Hook, kein MCP)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Optional, NICHT installiert: exa · github (du: gh-CLI) · playwright · sequential-thinking.</a:t>
            </a:r>
          </a:p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„memory“-MCP (Wissensgraph) nicht nötig — claude-mem ist deine Memory-Quelle.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§9 Token-Ökonomie &amp; Modellstrategie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HAIKU 4.5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Worker-Agents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Exploration / Suche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viele günstige Parallel-Agents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Doku-Struktur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18CF8"/>
                </a:solidFill>
                <a:latin typeface="Calibri"/>
              </a:rPr>
              <a:t>SONNET 4.6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günstige Alternative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einfache, gut definierte Edits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PR-Review (Kontext)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4736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Calibri"/>
              </a:rPr>
              <a:t>OPUS 4.8 (1M)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Standard / Default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Standard-Coding / Multi-File (/fast)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komplexe Architektur (effort high)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Security-Analyse · komplexe Bugs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Effort medium Standard / high bei Architektur+Security · /model-route · /cost-report · Auto-Compact aus.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MEMORY &amp; LERNEN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§10–11 Memory, Sessions &amp; Continuous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9728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37760"/>
                <a:gridCol w="60350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claude-mem = deine Memory-Quelle: Auto-Injektion ab 2. Session · /mem-search für frühere Arbeit.</a:t>
            </a:r>
          </a:p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EINE primäre Memory-Quelle je Projekt — kein zusätzlicher memory-MCP. Keine Secrets in Memory.</a:t>
            </a:r>
          </a:p>
          <a:p>
            <a:pPr algn="l"/>
            <a:r>
              <a:rPr sz="1300" b="0">
                <a:solidFill>
                  <a:srgbClr val="818CF8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§12 Parallelisierung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/fork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Konversation forken für nicht-überlappende Nebenaufgaben (Codebase-Fragen).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Git-Worktrees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überlappende parallele Arbeit ohne Konflikte — eigene Claude-Instanz je Worktree.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Cascade-Methode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neue Tasks in neuen Tabs, alt→neu abarbeiten, max. 3–4 gleichzeitig.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ECC-Multi-Model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/multi-plan · /multi-workflow · /multi-backend · /multi-frontend · /loop-start.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37760"/>
            <a:ext cx="10927080" cy="9601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CE3F0"/>
                </a:solidFill>
                <a:latin typeface="Consolas"/>
              </a:rPr>
              <a:t>git worktree add ../feature-a feature-a &amp;&amp; cd ../feature-a &amp;&amp; claude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§13 Security im Alltag + VPS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Aktiv / sicher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RTK-Hook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PreToolUse:Bash bleibt unangetastet — Token-Ersparnis global.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 namespace-sicher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rules/ecc/, skills/ecc/ — keine Kollision mit Eigenem.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settings.json unberührt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kein Auto-Edit der Startup-Config; nur additiv via ./install-vps.sh --harden.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892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Calibri"/>
              </a:rPr>
              <a:t>Bewusst opt-in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ECC-Hooks INAKTIV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Repo-kontrollierte Hooks nicht blind aktiv. Bewusst aktivieren nach Sichtung von hooks.json.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deny-Baseline opt-in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./install-vps.sh --harden ergänzt rm -rf / force-push / Secret-Reads (mit Backup).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AgentShield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npx ecc-agentshield scan lädt externes Paket — selbst vetten, dann ausführen.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VPS-weit: ECC global → Hooks bleiben inaktiv bis zur bewussten Aktivierung. Härtung: ./install-vps.sh --harden (mit settings.json-Backup).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§14 ECC-CLIs &amp; Wartung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29260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doctor          # Health-Check (claude-home: OK)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list-installed   # was ist installiert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repair           # ECC-Dateien wiederherstellen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npx ecc consult "security reviews"   # Advisor: welche Komponenten?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./install-vps.sh                     # Re-Install / Update VPS-weit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Slash-Einstieg:  /ecc-guide · /harness-audit · /cost-report · /skill-health · /projects.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Quellen &amp; TL;DR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Guides von @affaanmustafa (X-Threads; lokal unter ecc/):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Shortform: https://x.com/affaanmustafa/status/2012378465664745795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Longform:  https://x.com/affaanmustafa/status/2014040193557471352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TL;DR — wie der Erfinder: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3. Persistieren: /save-session · /resume-session.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4. Lernen: /learn-eval → /evolve → /promote.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5. Security zuerst: RTK aktiv, Hooks/AgentShield bewusst, nie blind ausführen.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