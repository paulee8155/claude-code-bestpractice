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7315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Engineering Harness — 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Das fusionierte, VPS-weite Claude-Code-Harness — Bedienungsanleitung.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ECC 2.0.0 als globales Plugin ecc@ecc (führend) · Schicht-2-Extras im Repo · RTK-sicher.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Seit der Plugin-only-Migration (2026-06-10): keine vendored ecc/-Kopie mehr, claude-mem/superpowers deaktiviert.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Halte mich offen. Dieses Dokument ist dein Nachschlagewerk neben dem Code: wann welcher Command, welches Modell, welcher MCP. Basiert auf den Guides von @affaanmustafa (X-Links am Ende).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Single Source ist diese Markdown-Datei (docs/ECC-Harness-Guide.de.md). Die Word-/PowerPoint-Snapshots werden daraus gebaut: bestpractice-extras/scripts/build-docs/. Stand: 2026-06-10.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Dieses Harness ist die Fusion zweier Systeme — mit klarem Fokus auf ECC:</a:t>
            </a:r>
          </a:p>
          <a:p>
            <a:pPr>
              <a:spcAft>
                <a:spcPts val="300"/>
              </a:spcAft>
            </a:pPr>
            <a:r>
              <a:rPr sz="1600" b="0"/>
              <a:t>• ECC (Everything Claude Code) von Affaan Mustafa — die dominante Engine: 63 Agents, 249 Skills, ~80 Commands, Continuous Learning, Security-Scanning, 6 mitgebrachte MCP-Server. Läuft als globales Plugin ecc@ecc, gepinnt auf Upstream-Tag v2.0.0 (Cache: ~/.claude/plugins/cache/ecc/ecc/2.0.0/) — damit in JEDEM Projekt verfügbar, ohne Kopien im Home oder Repo.</a:t>
            </a:r>
          </a:p>
          <a:p>
            <a:pPr>
              <a:spcAft>
                <a:spcPts val="300"/>
              </a:spcAft>
            </a:pPr>
            <a:r>
              <a:rPr sz="1600" b="0"/>
              <a:t>• BestPractice-Extras — die wenigen einzigartigen Stärken deines alten Harness, die ECC ergänzen: /ecc-onboard (One-Shot-Projekt-Setup), das state/-Pattern, der State-Sync, die RPI-Berater und die Karpathy-Prinzipien.</a:t>
            </a:r>
          </a:p>
          <a:p>
            <a:pPr>
              <a:spcAft>
                <a:spcPts val="300"/>
              </a:spcAft>
            </a:pPr>
            <a:r>
              <a:rPr sz="1600" b="0"/>
              <a:t>Philosophie in einem Satz: „Konfiguration ist Fine-Tuning, nicht Architektur." Baue wiederverwendbare Muster, halte das Kontextfenster sauber, delegiere an das billigste ausreichende Modell, verifiziere mit Evidenz — und lass Komfort nie die Sicherheit überholen.</a:t>
            </a:r>
          </a:p>
          <a:p>
            <a:pPr>
              <a:spcAft>
                <a:spcPts val="300"/>
              </a:spcAft>
            </a:pPr>
            <a:r>
              <a:rPr sz="1600" b="0"/>
              <a:t>Fünf Kernprinzipien (SOUL.md):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ECC läuft als globales Plugin und ist damit in JEDEM Projekt auf der VPS verfügbar (WMS, Jarvis, n8n, Werkstatt …). Das Setup ist bewusst schlank und reproduzierbar:</a:t>
            </a:r>
          </a:p>
          <a:p>
            <a:pPr>
              <a:spcAft>
                <a:spcPts val="300"/>
              </a:spcAft>
            </a:pPr>
            <a:r>
              <a:rPr sz="1200" b="0"/>
              <a:t>• Plugin-only: Single Source ist ~/.claude/plugins/cache/ecc/ecc/2.0.0/ — keine Kopien mehr unter ~/.claude/{rules,hooks,skills,commands} und keine vendored ecc/ im Repo. Update = extraKnownMarketplaces.ecc.source.ref in ~/.claude/settings.json auf neuen Tag setzen.</a:t>
            </a:r>
          </a:p>
          <a:p>
            <a:pPr>
              <a:spcAft>
                <a:spcPts val="300"/>
              </a:spcAft>
            </a:pPr>
            <a:r>
              <a:rPr sz="1200" b="0"/>
              <a:t>• RTK bleibt König: Der globale PreToolUse:Bash-Hook (RTK, 60–90 % Token-Ersparnis) wurde NICHT angefasst.</a:t>
            </a:r>
          </a:p>
          <a:p>
            <a:pPr>
              <a:spcAft>
                <a:spcPts val="300"/>
              </a:spcAft>
            </a:pPr>
            <a:r>
              <a:rPr sz="1200" b="0"/>
              <a:t>• Hook-Zähmung per Profil: global ECC_HOOK_PROFILE=minimal (Nicht-ECC-Projekte ruhig), projekt-lokal standard in onboardeten Projekten (volle Pipeline). Details §14.</a:t>
            </a:r>
          </a:p>
          <a:p>
            <a:pPr>
              <a:spcAft>
                <a:spcPts val="300"/>
              </a:spcAft>
            </a:pPr>
            <a:r>
              <a:rPr sz="1200" b="0"/>
              <a:t>• Backup: kompletter Vor-Migrations-Stand unter /root/harness-backup-20260610/.</a:t>
            </a:r>
          </a:p>
          <a:p>
            <a:pPr>
              <a:spcAft>
                <a:spcPts val="300"/>
              </a:spcAft>
            </a:pPr>
            <a:r>
              <a:rPr sz="1200" b="0"/>
              <a:t>Abgelöste Plugins (in enabledPlugins auf false — Änderung greift erst nach Claude-Code-Neustart):</a:t>
            </a:r>
          </a:p>
          <a:p>
            <a:pPr>
              <a:spcAft>
                <a:spcPts val="300"/>
              </a:spcAft>
            </a:pPr>
            <a:r>
              <a:rPr sz="1200" b="1"/>
              <a:t>Plugin (aus) · ECC-Pendant (führend)</a:t>
            </a:r>
          </a:p>
          <a:p>
            <a:pPr lvl="1">
              <a:spcAft>
                <a:spcPts val="300"/>
              </a:spcAft>
            </a:pPr>
            <a:r>
              <a:rPr sz="1100" b="0"/>
              <a:t>superpowers — tdd-workflow, verification-loop, dispatching über ECC-Agents</a:t>
            </a:r>
          </a:p>
          <a:p>
            <a:pPr lvl="1">
              <a:spcAft>
                <a:spcPts val="300"/>
              </a:spcAft>
            </a:pPr>
            <a:r>
              <a:rPr sz="1100" b="0"/>
              <a:t>claude-mem — memory-MCP (Wissensgraph) + Instincts + /save-session</a:t>
            </a:r>
          </a:p>
          <a:p>
            <a:pPr lvl="1">
              <a:spcAft>
                <a:spcPts val="300"/>
              </a:spcAft>
            </a:pPr>
            <a:r>
              <a:rPr sz="1100" b="0"/>
              <a:t>context7@official — ECC bringt eigenes context7-MCP mit</a:t>
            </a:r>
          </a:p>
          <a:p>
            <a:pPr lvl="1">
              <a:spcAft>
                <a:spcPts val="300"/>
              </a:spcAft>
            </a:pPr>
            <a:r>
              <a:rPr sz="1100" b="0"/>
              <a:t>feature-dev — /feature-dev (ECC-Command)</a:t>
            </a:r>
          </a:p>
          <a:p>
            <a:pPr>
              <a:spcAft>
                <a:spcPts val="300"/>
              </a:spcAft>
            </a:pPr>
            <a:r>
              <a:rPr sz="1200" b="0"/>
              <a:t>Weiter aktiv neben ECC: codex, mgrep, LSP-Plugins, frontend-design, skill-creator u. a. — eigenständiger Mehrwert ohne Doppelung. Bei Namens-Zweifeln eindeutige ECC-Commands nutzen (/harness-audit, /ecc-guide, /ecc-onboard, /instinct-status).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3 · Mentales Modell — die 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/>
              <a:t>Baustein · Was es ist · Wo · Lebensdauer</a:t>
            </a:r>
          </a:p>
          <a:p>
            <a:pPr lvl="1">
              <a:spcAft>
                <a:spcPts val="300"/>
              </a:spcAft>
            </a:pPr>
            <a:r>
              <a:rPr sz="1300" b="0"/>
              <a:t>Skills — Durable Kern: wiederverwendbare Workflow-Bündel, laden on-demand — Plugin `skills/` (alle 249) — langlebig</a:t>
            </a:r>
          </a:p>
          <a:p>
            <a:pPr lvl="1">
              <a:spcAft>
                <a:spcPts val="300"/>
              </a:spcAft>
            </a:pPr>
            <a:r>
              <a:rPr sz="1300" b="0"/>
              <a:t>Commands — Slash-Einstiegspunkte (/plan, /code-review …) — Plugin `commands/` (+ 3 Schicht-2: /start, /mega-plan, /ecc-onboard) — Komfort-Schicht</a:t>
            </a:r>
          </a:p>
          <a:p>
            <a:pPr lvl="1">
              <a:spcAft>
                <a:spcPts val="300"/>
              </a:spcAft>
            </a:pPr>
            <a:r>
              <a:rPr sz="1300" b="0"/>
              <a:t>Subagents — Delegierbare Spezialisten mit eigenem Tool-Scope + festem Modell — Plugin `agents/` (+ RPI-Berater in bestpractice-extras/) — pro Aufgabe</a:t>
            </a:r>
          </a:p>
          <a:p>
            <a:pPr lvl="1">
              <a:spcAft>
                <a:spcPts val="300"/>
              </a:spcAft>
            </a:pPr>
            <a:r>
              <a:rPr sz="1300" b="0"/>
              <a:t>Hooks — Trigger-Automatik an Lifecycle-Events (s. §14) — Plugin `hooks/hooks.json`, gesteuert per ECC_HOOK_PROFILE — event-gebunden</a:t>
            </a:r>
          </a:p>
          <a:p>
            <a:pPr lvl="1">
              <a:spcAft>
                <a:spcPts val="300"/>
              </a:spcAft>
            </a:pPr>
            <a:r>
              <a:rPr sz="1300" b="0"/>
              <a:t>Rules — „Immer befolgen"-Leitlinien je Sprache — **global** im Plugin (`ecc@ecc`) — kein Projekt-Vendoring mehr — dauerhaft</a:t>
            </a:r>
          </a:p>
          <a:p>
            <a:pPr lvl="1">
              <a:spcAft>
                <a:spcPts val="300"/>
              </a:spcAft>
            </a:pPr>
            <a:r>
              <a:rPr sz="1300" b="0"/>
              <a:t>MCP — Externe Dienste als Tools (memory, context7, github, exa, playwright, sequential-thinking) — Plugin `.mcp.json` — pro Session</a:t>
            </a:r>
          </a:p>
          <a:p>
            <a:pPr lvl="1">
              <a:spcAft>
                <a:spcPts val="300"/>
              </a:spcAft>
            </a:pPr>
            <a:r>
              <a:rPr sz="1300" b="0"/>
              <a:t>Instincts — Gelernte Muster aus deinen Sessions — ~/.claude (continuous-learning), /instinct-status — wächst mit dir</a:t>
            </a:r>
          </a:p>
          <a:p>
            <a:pPr>
              <a:spcAft>
                <a:spcPts val="300"/>
              </a:spcAft>
            </a:pPr>
            <a:r>
              <a:rPr sz="1400" b="0"/>
              <a:t>(Plugin-Pfad jeweils: ~/.claude/plugins/cache/ecc/ecc/2.0.0/.)</a:t>
            </a:r>
          </a:p>
          <a:p>
            <a:pPr>
              <a:spcAft>
                <a:spcPts val="300"/>
              </a:spcAft>
            </a:pPr>
            <a:r>
              <a:rPr sz="1400" b="0"/>
              <a:t>Wichtigste Regel: Die durable Logik gehört in Skills. Commands sind nur der bequeme Einstieg. Was du zum dritten Mal tippst → mach eine Skill draus (/skill-create).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4 · Agent- &amp; Skill-Katalog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63 Agents insgesamt — die wichtigsten:</a:t>
            </a:r>
          </a:p>
          <a:p>
            <a:pPr>
              <a:spcAft>
                <a:spcPts val="300"/>
              </a:spcAft>
            </a:pPr>
            <a:r>
              <a:rPr sz="1200" b="0"/>
              <a:t>Core-Workflow: planner (Plan vor Code) · architect / code-architect (System-Design) · code-explorer (Codebase tracen) · tdd-guide (Tests zuerst) · code-reviewer (Qualität) · security-reviewer (OWASP / Secrets) · build-error-resolver (Build grün) · refactor-cleaner (toter Code raus) · e2e-runner (kritische Flows) · doc-updater (Doku-Sync) · performance-optimizer (Hot-Paths) · silent-failure-hunter (verschluckte Fehler)</a:t>
            </a:r>
          </a:p>
          <a:p>
            <a:pPr>
              <a:spcAft>
                <a:spcPts val="300"/>
              </a:spcAft>
            </a:pPr>
            <a:r>
              <a:rPr sz="1200" b="0"/>
              <a:t>Sprach-Reviewer: 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  <a:p>
            <a:pPr>
              <a:spcAft>
                <a:spcPts val="300"/>
              </a:spcAft>
            </a:pPr>
            <a:r>
              <a:rPr sz="1200" b="0"/>
              <a:t>Build-Resolver: 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  <a:p>
            <a:pPr>
              <a:spcAft>
                <a:spcPts val="300"/>
              </a:spcAft>
            </a:pPr>
            <a:r>
              <a:rPr sz="1200" b="0"/>
              <a:t>Spezial: database-reviewer · a11y-architect · type-design-analyzer · comment-analyzer · gan-planner / generator / evaluator · harness-optimizer · marketing-agent · seo-specialist · network-architect · docs-lookup · mle-reviewer</a:t>
            </a:r>
          </a:p>
          <a:p>
            <a:pPr>
              <a:spcAft>
                <a:spcPts val="300"/>
              </a:spcAft>
            </a:pPr>
            <a:r>
              <a:rPr sz="1200" b="0"/>
              <a:t>21 ECC-Skills (core-Profil) — gruppiert:</a:t>
            </a:r>
          </a:p>
          <a:p>
            <a:pPr>
              <a:spcAft>
                <a:spcPts val="300"/>
              </a:spcAft>
            </a:pPr>
            <a:r>
              <a:rPr sz="1200" b="1"/>
              <a:t>Gruppe · Skills</a:t>
            </a:r>
          </a:p>
          <a:p>
            <a:pPr lvl="1">
              <a:spcAft>
                <a:spcPts val="300"/>
              </a:spcAft>
            </a:pPr>
            <a:r>
              <a:rPr sz="1100" b="0"/>
              <a:t>Workflow / Qualität — tdd-workflow · verification-loop · plankton-code-quality · production-audit · eval-harness · council · error-handling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/ Recherche — code-tour · iterative-retrieval · skill-scout · skill-stocktake</a:t>
            </a:r>
          </a:p>
          <a:p>
            <a:pPr lvl="1">
              <a:spcAft>
                <a:spcPts val="300"/>
              </a:spcAft>
            </a:pPr>
            <a:r>
              <a:rPr sz="1100" b="0"/>
              <a:t>Testing — e2e-testing · ai-regression-testing · windows-desktop-e2e</a:t>
            </a:r>
          </a:p>
          <a:p>
            <a:pPr lvl="1">
              <a:spcAft>
                <a:spcPts val="300"/>
              </a:spcAft>
            </a:pPr>
            <a:r>
              <a:rPr sz="1100" b="0"/>
              <a:t>Lernen / Memory — continuous-learning(-v2) · strategic-compact · agent-introspection-debugging</a:t>
            </a:r>
          </a:p>
          <a:p>
            <a:pPr lvl="1">
              <a:spcAft>
                <a:spcPts val="300"/>
              </a:spcAft>
            </a:pPr>
            <a:r>
              <a:rPr sz="1100" b="0"/>
              <a:t>Setup / Automatik — configure-ecc · hookify-rules · agent-sort</a:t>
            </a:r>
          </a:p>
          <a:p>
            <a:pPr>
              <a:spcAft>
                <a:spcPts val="300"/>
              </a:spcAft>
            </a:pPr>
            <a:r>
              <a:rPr sz="1200" b="0"/>
              <a:t>Alle 249 Skills liefert das Plugin direkt — kein Install-Profil mehr nötig. claude-mem und superpowers sind deaktiviert; ihre Aufgaben übernehmen memory-MCP/Instincts bzw. die ECC-Workflows (tdd-workflow, verification-loop).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5 · Täglicher Workflow — die 5-Phasen-Pipeline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Der Erfinder arbeitet in klaren Phasen, mit /clear dazwischen und Zwischenergebnissen in Dateien (statt alles im Kontext zu halten):</a:t>
            </a:r>
          </a:p>
          <a:p>
            <a:pPr>
              <a:spcAft>
                <a:spcPts val="300"/>
              </a:spcAft>
            </a:pPr>
            <a:r>
              <a:rPr sz="1400" b="1"/>
              <a:t>Phase · Schritt · Output</a:t>
            </a:r>
          </a:p>
          <a:p>
            <a:pPr lvl="1">
              <a:spcAft>
                <a:spcPts val="300"/>
              </a:spcAft>
            </a:pPr>
            <a:r>
              <a:rPr sz="1300" b="0"/>
              <a:t>1 · RESEARCH — Explore-Agent / memory-MCP (search_nodes) — research.md</a:t>
            </a:r>
          </a:p>
          <a:p>
            <a:pPr lvl="1">
              <a:spcAft>
                <a:spcPts val="300"/>
              </a:spcAft>
            </a:pPr>
            <a:r>
              <a:rPr sz="1300" b="0"/>
              <a:t>2 · PLAN — /plan (wartet auf dein OK!) — plan.md</a:t>
            </a:r>
          </a:p>
          <a:p>
            <a:pPr lvl="1">
              <a:spcAft>
                <a:spcPts val="300"/>
              </a:spcAft>
            </a:pPr>
            <a:r>
              <a:rPr sz="1300" b="0"/>
              <a:t>3 · IMPLEMENT — /feature-dev + Skill tdd-workflow — Code + Tests</a:t>
            </a:r>
          </a:p>
          <a:p>
            <a:pPr lvl="1">
              <a:spcAft>
                <a:spcPts val="300"/>
              </a:spcAft>
            </a:pPr>
            <a:r>
              <a:rPr sz="1300" b="0"/>
              <a:t>4 · REVIEW — /code-review (+ /\&lt;sprache\&gt;-review) — review.md</a:t>
            </a:r>
          </a:p>
          <a:p>
            <a:pPr lvl="1">
              <a:spcAft>
                <a:spcPts val="300"/>
              </a:spcAft>
            </a:pPr>
            <a:r>
              <a:rPr sz="1300" b="0"/>
              <a:t>5 · VERIFY — Tests/Build (+ /build-fix) — grün, sonst zurück zu Phase 3</a:t>
            </a:r>
          </a:p>
          <a:p>
            <a:pPr>
              <a:spcAft>
                <a:spcPts val="300"/>
              </a:spcAft>
            </a:pPr>
            <a:r>
              <a:rPr sz="1400" b="0"/>
              <a:t>• Jeder Schritt: ein klarer Input, ein klarer Output (in Datei speichern).</a:t>
            </a:r>
          </a:p>
          <a:p>
            <a:pPr>
              <a:spcAft>
                <a:spcPts val="300"/>
              </a:spcAft>
            </a:pPr>
            <a:r>
              <a:rPr sz="1400" b="0"/>
              <a:t>• Outputs werden Inputs der nächsten Phase. Phasen nicht überspringen.</a:t>
            </a:r>
          </a:p>
          <a:p>
            <a:pPr>
              <a:spcAft>
                <a:spcPts val="300"/>
              </a:spcAft>
            </a:pPr>
            <a:r>
              <a:rPr sz="1400" b="0"/>
              <a:t>• /clear zwischen großen Phasen — Explorations-Kontext ist für die Umsetzung irrelevant.</a:t>
            </a:r>
          </a:p>
          <a:p>
            <a:pPr>
              <a:spcAft>
                <a:spcPts val="300"/>
              </a:spcAft>
            </a:pPr>
            <a:r>
              <a:rPr sz="1400" b="0"/>
              <a:t>• 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Die teuerste Verschwendung ist, die Codebase in jeder Session neu zu durchsuchen. ECC-Prinzip: EINMAL erkunden, das Ergebnis in Dateien festhalten, danach immer die kompakte Karte lesen statt den ganzen Code. Drei Ebenen:</a:t>
            </a:r>
          </a:p>
          <a:p>
            <a:pPr>
              <a:spcAft>
                <a:spcPts val="300"/>
              </a:spcAft>
            </a:pPr>
            <a:r>
              <a:rPr sz="1200" b="1"/>
              <a:t>a) Projekt ECC-ready machen — /ecc-onboard (einmalig je Projekt)</a:t>
            </a:r>
          </a:p>
          <a:p>
            <a:pPr>
              <a:spcAft>
                <a:spcPts val="300"/>
              </a:spcAft>
            </a:pPr>
            <a:r>
              <a:rPr sz="1200" b="0"/>
              <a:t>Ein Command, ein OK: schlank (plugin-only). ECC-Core ist global — ins Projekt kommt nur der minimale projektlokale Kern. Ein deterministisches Script (onboard.js) erledigt die Mechanik, eine maschinelle Abnahme (onboard-verify.js) belegt „fertig". Kein Vendoring (.claude/rules/ecc etc.), funktioniert auch in Fremd-Repos.</a:t>
            </a:r>
          </a:p>
          <a:p>
            <a:pPr>
              <a:spcAft>
                <a:spcPts val="300"/>
              </a:spcAft>
            </a:pPr>
            <a:r>
              <a:rPr sz="1200" b="1"/>
              <a:t>Schritt · Was passiert · Ergebnis (persistent)</a:t>
            </a:r>
          </a:p>
          <a:p>
            <a:pPr lvl="1">
              <a:spcAft>
                <a:spcPts val="300"/>
              </a:spcAft>
            </a:pPr>
            <a:r>
              <a:rPr sz="1100" b="0"/>
              <a:t>1 · Dry-Run — `onboard.js --project &lt;dir&gt;` — Preflight + De-Cruft-Plan + Slim-Scaffold-Plan, schreibt nichts</a:t>
            </a:r>
          </a:p>
          <a:p>
            <a:pPr lvl="1">
              <a:spcAft>
                <a:spcPts val="300"/>
              </a:spcAft>
            </a:pPr>
            <a:r>
              <a:rPr sz="1100" b="0"/>
              <a:t>2 · Bestätigung — 1× OK des Users — Freigabe</a:t>
            </a:r>
          </a:p>
          <a:p>
            <a:pPr lvl="1">
              <a:spcAft>
                <a:spcPts val="300"/>
              </a:spcAft>
            </a:pPr>
            <a:r>
              <a:rPr sz="1100" b="0"/>
              <a:t>3 · Apply — `onboard.js --apply` — De-Cruft (Altlasten → `.harness-backup/`) + Slim-Scaffold</a:t>
            </a:r>
          </a:p>
          <a:p>
            <a:pPr lvl="1">
              <a:spcAft>
                <a:spcPts val="300"/>
              </a:spcAft>
            </a:pPr>
            <a:r>
              <a:rPr sz="1100" b="0"/>
              <a:t>4 · Slim-Kern — env-Block + `state/` + Sentinel + `.gitignore` + consumer-Artefakte + initialer PRE — `.claude/settings.json`, `state/*`, `WORKING-CONTEXT.md`</a:t>
            </a:r>
          </a:p>
          <a:p>
            <a:pPr lvl="1">
              <a:spcAft>
                <a:spcPts val="300"/>
              </a:spcAft>
            </a:pPr>
            <a:r>
              <a:rPr sz="1100" b="0"/>
              <a:t>5 · Verfeinern — Templates mit echten Werten füllen + `onboard-verify` — PROJECT_RULES.md + CLAUDE.md, alle Pflicht-Checks grün</a:t>
            </a:r>
          </a:p>
          <a:p>
            <a:pPr>
              <a:spcAft>
                <a:spcPts val="300"/>
              </a:spcAft>
            </a:pPr>
            <a:r>
              <a:rPr sz="1200" b="0"/>
              <a:t>Aus dem Zielprojekt-Verzeichnis ausführen (Install landet im aktuellen cwd). Idempotent: erneut ausführen merged, überschreibt nichts blind.</a:t>
            </a:r>
          </a:p>
          <a:p>
            <a:pPr>
              <a:spcAft>
                <a:spcPts val="300"/>
              </a:spcAft>
            </a:pPr>
            <a:r>
              <a:rPr sz="1200" b="1"/>
              <a:t>b) Architektur kartieren — /update-codemaps (KERN-FEATURE)</a:t>
            </a:r>
          </a:p>
          <a:p>
            <a:pPr>
              <a:spcAft>
                <a:spcPts val="300"/>
              </a:spcAft>
            </a:pPr>
            <a:r>
              <a:rPr sz="1200" b="0"/>
              <a:t>Scannt die Struktur EINMAL und schreibt token-arme Architektur-Karten auf Platte. In späteren Sessions liest Claude die kompakte Karte (billig) statt die ganze Codebase neu zu durchsuchen.</a:t>
            </a:r>
          </a:p>
          <a:p>
            <a:pPr>
              <a:spcAft>
                <a:spcPts val="300"/>
              </a:spcAft>
            </a:pPr>
            <a:r>
              <a:rPr sz="1200" b="1"/>
              <a:t>Datei (in docs/CODEMAPS/) · Inhalt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300" b="0"/>
              <a:t>architecture.md — System-Diagramm, Service-Grenzen, Datenfluss</a:t>
            </a:r>
          </a:p>
          <a:p>
            <a:pPr lvl="1">
              <a:spcAft>
                <a:spcPts val="300"/>
              </a:spcAft>
            </a:pPr>
            <a:r>
              <a:rPr sz="1300" b="0"/>
              <a:t>backend.md — Routes → Controller → Service → Repository</a:t>
            </a:r>
          </a:p>
          <a:p>
            <a:pPr lvl="1">
              <a:spcAft>
                <a:spcPts val="300"/>
              </a:spcAft>
            </a:pPr>
            <a:r>
              <a:rPr sz="1300" b="0"/>
              <a:t>frontend.md — Page-Tree, Komponenten-Hierarchie, State-Flow</a:t>
            </a:r>
          </a:p>
          <a:p>
            <a:pPr lvl="1">
              <a:spcAft>
                <a:spcPts val="300"/>
              </a:spcAft>
            </a:pPr>
            <a:r>
              <a:rPr sz="1300" b="0"/>
              <a:t>data.md — Tabellen, Relationen, Migrations-Historie</a:t>
            </a:r>
          </a:p>
          <a:p>
            <a:pPr lvl="1">
              <a:spcAft>
                <a:spcPts val="300"/>
              </a:spcAft>
            </a:pPr>
            <a:r>
              <a:rPr sz="1300" b="0"/>
              <a:t>dependencies.md — externe Dienste, Third-Party-Integrationen</a:t>
            </a:r>
          </a:p>
          <a:p>
            <a:pPr>
              <a:spcAft>
                <a:spcPts val="300"/>
              </a:spcAft>
            </a:pPr>
            <a:r>
              <a:rPr sz="1400" b="0"/>
              <a:t>Wann neu bauen? Codemaps sind ein Snapshot — sie aktualisieren sich nicht von selbst. Nach größeren Architektur-Änderungen /update-codemaps erneut laufen lassen. Erstes Mal in einem fremden Repo: code-tour- bzw. codebase-onboarding-Skill erzeugen Touren/Struktur.</a:t>
            </a:r>
          </a:p>
          <a:p>
            <a:pPr>
              <a:spcAft>
                <a:spcPts val="300"/>
              </a:spcAft>
            </a:pPr>
            <a:r>
              <a:rPr sz="1400" b="1"/>
              <a:t>c) Pro Aufgabe recherchieren — research.md-Pattern</a:t>
            </a:r>
          </a:p>
          <a:p>
            <a:pPr>
              <a:spcAft>
                <a:spcPts val="300"/>
              </a:spcAft>
            </a:pPr>
            <a:r>
              <a:rPr sz="1400" b="0"/>
              <a:t>• Phase-1-Output in Datei: Ein Explore-/code-explorer-Agent kartiert die für DIE Aufgabe relevanten Dateien/Muster → research.md. Das wird Input für /plan.</a:t>
            </a:r>
          </a:p>
          <a:p>
            <a:pPr>
              <a:spcAft>
                <a:spcPts val="300"/>
              </a:spcAft>
            </a:pPr>
            <a:r>
              <a:rPr sz="1400" b="0"/>
              <a:t>• code-tour (optional): Erzeugt wiederverwendbare .tour-Dateien (öffnen direkt Datei+Zeile) — ideal für Onboarding oder Architektur-Walkthroughs.</a:t>
            </a:r>
          </a:p>
          <a:p>
            <a:pPr>
              <a:spcAft>
                <a:spcPts val="300"/>
              </a:spcAft>
            </a:pPr>
            <a:r>
              <a:rPr sz="1400" b="0"/>
              <a:t>• Memory ergänzt: Der ECC-SessionStart-Hook lädt Session-Kontext; in onboardeten Projekten spiegelt State-Sync state/ nach WORKING-CONTEXT.md. Gezielt nachschlagen („schon mal gelöst?"): memory-MCP search_nodes + /instinct-status.</a:t>
            </a:r>
          </a:p>
          <a:p>
            <a:pPr>
              <a:spcAft>
                <a:spcPts val="300"/>
              </a:spcAft>
            </a:pPr>
            <a:r>
              <a:rPr sz="1400" b="0"/>
              <a:t>Die Regel dahinter: „In Dateien speichern, nicht im Kopf behalten." research.md → plan.md → review.md, dazwischen /clear. Codemaps + PROJECT_RULES.md + state/ sind die dauerhafte Landkarte; der Chat-Kontext bleibt schlank.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Kapitel 5–6 erklären die Phasen und das Onboarding einzeln. Hier laufen sie als EIN durchgehender Ablauf zusammen: zwei Startpunkte, ein Feature von Anfang bis grün, dann der tägliche Rhythmus.</a:t>
            </a:r>
          </a:p>
          <a:p>
            <a:pPr>
              <a:spcAft>
                <a:spcPts val="300"/>
              </a:spcAft>
            </a:pPr>
            <a:r>
              <a:rPr sz="1200" b="1"/>
              <a:t>a) Zwei Startpunkte — leeres Projekt ODER bestehende Codebase</a:t>
            </a:r>
          </a:p>
          <a:p>
            <a:pPr>
              <a:spcAft>
                <a:spcPts val="300"/>
              </a:spcAft>
            </a:pPr>
            <a:r>
              <a:rPr sz="1200" b="0"/>
              <a:t>Leeres Projekt (greenfield) — bei null anfangen: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mkdir mein-projekt &amp;&amp; cd mein-projekt &amp;&amp; git init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                 # Claude Code IN diesem Ordner starten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Dry-Run → 1x OK → De-Cruft + slim Scaffold (env, state/, PROJECT_RULES.md) → Abnahme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Baue &lt;Feature X&gt; # erster Plan — wartet auf dein OK</a:t>
            </a:r>
          </a:p>
          <a:p>
            <a:pPr>
              <a:spcAft>
                <a:spcPts val="300"/>
              </a:spcAft>
            </a:pPr>
            <a:r>
              <a:rPr sz="1200" b="0"/>
              <a:t>Bestehende Codebase übernehmen — fremden Code zähmen: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git clone &lt;repo&gt; &amp;&amp; cd &lt;repo&gt;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erkennt Stack aus package.json / go.mod / pyproject.toml …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/update-codemaps       # EINMAL kartieren → docs/CODEMAPS/* (danach Karte statt Volltext)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code-tour · smart-explore  # geführte Tour / Struktur-Suche bei fremdem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Einmal, nicht jedes Mal: /ecc-onboard und /update-codemaps laufen pro Projekt EINMAL. Das Ergebnis ist persistent (Dateien) — jede Folge-Session startet mit der kompakten Karte.</a:t>
            </a:r>
          </a:p>
          <a:p>
            <a:pPr>
              <a:spcAft>
                <a:spcPts val="300"/>
              </a:spcAft>
            </a:pPr>
            <a:r>
              <a:rPr sz="1200" b="1"/>
              <a:t>b) Ein Feature von Anfang bis Ende — Beispiel: neuer /api/search-Endpoint</a:t>
            </a:r>
          </a:p>
          <a:p>
            <a:pPr>
              <a:spcAft>
                <a:spcPts val="300"/>
              </a:spcAft>
            </a:pPr>
            <a:r>
              <a:rPr sz="1200" b="0"/>
              <a:t>Eine Aufgabe, fünf Phasen, je ein Datei-Output, /clear dazwischen, billigstes ausreichendes Modell:</a:t>
            </a:r>
          </a:p>
          <a:p>
            <a:pPr>
              <a:spcAft>
                <a:spcPts val="300"/>
              </a:spcAft>
            </a:pPr>
            <a:r>
              <a:rPr sz="1200" b="1"/>
              <a:t>Phase · Du tippst · Modell · Output (Datei)</a:t>
            </a:r>
          </a:p>
          <a:p>
            <a:pPr lvl="1">
              <a:spcAft>
                <a:spcPts val="300"/>
              </a:spcAft>
            </a:pPr>
            <a:r>
              <a:rPr sz="1100" b="0"/>
              <a:t>1 · RESEARCH — Explore-Agent: Routing/Handler/Tests kartieren (+ memory-MCP) — Haiku — research.md</a:t>
            </a:r>
          </a:p>
          <a:p>
            <a:pPr lvl="1">
              <a:spcAft>
                <a:spcPts val="300"/>
              </a:spcAft>
            </a:pPr>
            <a:r>
              <a:rPr sz="1100" b="0"/>
              <a:t>— /clear — — Explorations-Kontext ist für die Umsetzung irrelevant — — — —</a:t>
            </a:r>
          </a:p>
          <a:p>
            <a:pPr lvl="1">
              <a:spcAft>
                <a:spcPts val="300"/>
              </a:spcAft>
            </a:pPr>
            <a:r>
              <a:rPr sz="1100" b="0"/>
              <a:t>2 · PLAN — /plan /api/search: Query → Filter → Paginierung, Tests zuerst — Opus — plan.md (wartet auf OK)</a:t>
            </a:r>
          </a:p>
          <a:p>
            <a:pPr lvl="1">
              <a:spcAft>
                <a:spcPts val="300"/>
              </a:spcAft>
            </a:pPr>
            <a:r>
              <a:rPr sz="1100" b="0"/>
              <a:t>3 · IMPLEMENT — /feature-dev plan.md umsetzen (Skill tdd-workflow) — Sonnet→Opus — Code + Tests (RED→GREEN)</a:t>
            </a:r>
          </a:p>
          <a:p>
            <a:pPr lvl="1">
              <a:spcAft>
                <a:spcPts val="300"/>
              </a:spcAft>
            </a:pPr>
            <a:r>
              <a:rPr sz="1100" b="0"/>
              <a:t>4 · REVIEW — /code-review (+ /python-review / /go-review …) — Opus — review.md</a:t>
            </a:r>
          </a:p>
          <a:p>
            <a:pPr lvl="1">
              <a:spcAft>
                <a:spcPts val="300"/>
              </a:spcAft>
            </a:pPr>
            <a:r>
              <a:rPr sz="1100" b="0"/>
              <a:t>5 · VERIFY — Tests/Build grün? sonst /build-fix → zurück zu Phase 3 — Sonnet — grün → commit / PR</a:t>
            </a:r>
          </a:p>
          <a:p>
            <a:pPr>
              <a:spcAft>
                <a:spcPts val="300"/>
              </a:spcAft>
            </a:pPr>
            <a:r>
              <a:rPr sz="1200" b="0"/>
              <a:t>Konkret getippt (copy-paste-tauglich):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1 — Research (Output in Datei, nicht im Kopf)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Explore-Agent: kartiere vorhandenes Routing/Handler/Tests für Suche → research.md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2 — Plan (wartet auf dein OK)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Neuer Endpoint /api/search: Volltext-Query, Filter, Paginierung; Tests zuerst. Quelle: research.md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3 — Implement (TDD: erst RED, dann GREEN)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Setze plan.md um — Tests zuerst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4 — Review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/code-review   # + /python-review bzw. /&lt;sprache&gt;-review für die geänderten Dateien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5 — Verify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/build-fix     # nur falls Build/Tests rot — sonst committen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/save-session  # Stand sichern (für morgen)</a:t>
            </a:r>
          </a:p>
          <a:p>
            <a:pPr>
              <a:spcAft>
                <a:spcPts val="300"/>
              </a:spcAft>
            </a:pPr>
            <a:r>
              <a:rPr sz="1200" b="1"/>
              <a:t>c) Der tägliche Rhythmus</a:t>
            </a:r>
          </a:p>
          <a:p>
            <a:pPr>
              <a:spcAft>
                <a:spcPts val="300"/>
              </a:spcAft>
            </a:pPr>
            <a:r>
              <a:rPr sz="1200" b="1"/>
              <a:t>Wann · Was du tust · Warum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Session-Start — /start (State-Sync PRE + rtk-Budget + Agenda) — nahtlos weiter, wo du warst</a:t>
            </a:r>
          </a:p>
          <a:p>
            <a:pPr lvl="1">
              <a:spcAft>
                <a:spcPts val="300"/>
              </a:spcAft>
            </a:pPr>
            <a:r>
              <a:rPr sz="1500" b="0"/>
              <a:t>Vor großer Aufgabe — /resume-session · memory-MCP search_nodes „schon gelöst?" · /instinct-status — Alt-Wissen nutzen statt neu lösen</a:t>
            </a:r>
          </a:p>
          <a:p>
            <a:pPr lvl="1">
              <a:spcAft>
                <a:spcPts val="300"/>
              </a:spcAft>
            </a:pPr>
            <a:r>
              <a:rPr sz="1500" b="0"/>
              <a:t>Während — in Phasen arbeiten · /clear zwischen Phasen · /checkpoint — Kontext schlank, billiges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Nebenfrage — /aside (oder /fork) — Haupt-Task-Kontext nicht verlieren</a:t>
            </a:r>
          </a:p>
          <a:p>
            <a:pPr lvl="1">
              <a:spcAft>
                <a:spcPts val="300"/>
              </a:spcAft>
            </a:pPr>
            <a:r>
              <a:rPr sz="1500" b="0"/>
              <a:t>Session-Ende — /learn-eval → /evolve → /promote · /save-session — ECC lernt — morgen schneller</a:t>
            </a:r>
          </a:p>
          <a:p>
            <a:pPr>
              <a:spcAft>
                <a:spcPts val="300"/>
              </a:spcAft>
            </a:pPr>
            <a:r>
              <a:rPr sz="1600" b="0"/>
              <a:t>Der Loop, der ECC ausmacht: Was du zum 3. Mal tippst → /skill-create. Bewährte Muster → /promote (global). So wirst du mit jeder Session schneller — genau das trennt ECC von „nur Configs".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/>
              <a:t>Situation · 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Tagesstart — /start — frischer Kontext aus state/ + rtk-Budget + 1 Folgebefehl</a:t>
            </a:r>
          </a:p>
          <a:p>
            <a:pPr lvl="1">
              <a:spcAft>
                <a:spcPts val="300"/>
              </a:spcAft>
            </a:pPr>
            <a:r>
              <a:rPr sz="1100" b="0"/>
              <a:t>Neues Feature planen — /plan — Anforderungen, Risiken, Schritte — wartet auf dein OK</a:t>
            </a:r>
          </a:p>
          <a:p>
            <a:pPr lvl="1">
              <a:spcAft>
                <a:spcPts val="300"/>
              </a:spcAft>
            </a:pPr>
            <a:r>
              <a:rPr sz="1100" b="0"/>
              <a:t>Vages/vielschichtiges Ziel — /mega-plan — RPI-Berater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100" b="0"/>
              <a:t>Feature umsetzen — /feature-dev — nutzt Skills/Agents, TDD zuerst</a:t>
            </a:r>
          </a:p>
          <a:p>
            <a:pPr lvl="1">
              <a:spcAft>
                <a:spcPts val="300"/>
              </a:spcAft>
            </a:pPr>
            <a:r>
              <a:rPr sz="1100" b="0"/>
              <a:t>Bug — reproduzieren + failing Test (ecc:tdd-workflow) — Root-Cause vor Fix, nie blind fixen</a:t>
            </a:r>
          </a:p>
          <a:p>
            <a:pPr lvl="1">
              <a:spcAft>
                <a:spcPts val="300"/>
              </a:spcAft>
            </a:pPr>
            <a:r>
              <a:rPr sz="1100" b="0"/>
              <a:t>Projekt ECC-ready machen — /ecc-onboard — Dry-Run → 1× OK → De-Cruft + Slim-Scaffold (env + state/ + PROJECT_RULES.md) + Abnahme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kartieren (1×) — /update-codemaps — token-arme Architektur-Karten in docs/CODEMAPS/</a:t>
            </a:r>
          </a:p>
          <a:p>
            <a:pPr lvl="1">
              <a:spcAft>
                <a:spcPts val="300"/>
              </a:spcAft>
            </a:pPr>
            <a:r>
              <a:rPr sz="1100" b="0"/>
              <a:t>Code geschrieben — /code-review (+ /python-review …) — Qualität + Security der Änderungen</a:t>
            </a:r>
          </a:p>
          <a:p>
            <a:pPr lvl="1">
              <a:spcAft>
                <a:spcPts val="300"/>
              </a:spcAft>
            </a:pPr>
            <a:r>
              <a:rPr sz="1100" b="0"/>
              <a:t>Build/Tests rot — /build-fix — inkrementelle, minimale Fixes</a:t>
            </a:r>
          </a:p>
          <a:p>
            <a:pPr lvl="1">
              <a:spcAft>
                <a:spcPts val="300"/>
              </a:spcAft>
            </a:pPr>
            <a:r>
              <a:rPr sz="1100" b="0"/>
              <a:t>Coverage / Qualität — /test-coverage · /quality-gate — Lücken finden, Pipeline prüfen</a:t>
            </a:r>
          </a:p>
          <a:p>
            <a:pPr lvl="1">
              <a:spcAft>
                <a:spcPts val="300"/>
              </a:spcAft>
            </a:pPr>
            <a:r>
              <a:rPr sz="1100" b="0"/>
              <a:t>Aufräumen — /refactor-clean — toter Code + lose Dateien raus</a:t>
            </a:r>
          </a:p>
          <a:p>
            <a:pPr lvl="1">
              <a:spcAft>
                <a:spcPts val="300"/>
              </a:spcAft>
            </a:pPr>
            <a:r>
              <a:rPr sz="1100" b="0"/>
              <a:t>Library-Doku live — context7-MCP · docs-lookup-Agent — aktuelle API-Doku statt Halluzination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 sichern/laden — /save-session · /resume-session · /sessions — über den Tag hinaus arbeiten</a:t>
            </a:r>
          </a:p>
          <a:p>
            <a:pPr lvl="1">
              <a:spcAft>
                <a:spcPts val="300"/>
              </a:spcAft>
            </a:pPr>
            <a:r>
              <a:rPr sz="1500" b="0"/>
              <a:t>Gelerntes extrahieren — /learn-eval → /evolve → /promote — Self-Improvement-Loop</a:t>
            </a:r>
          </a:p>
          <a:p>
            <a:pPr lvl="1">
              <a:spcAft>
                <a:spcPts val="300"/>
              </a:spcAft>
            </a:pPr>
            <a:r>
              <a:rPr sz="1500" b="0"/>
              <a:t>Modell / Kosten — /model-route · /cost-report — billigstes ausreichendes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Harness prüfen — /harness-audit · /ecc-guide — Config-Scorecard / Onboarding</a:t>
            </a:r>
          </a:p>
          <a:p>
            <a:pPr lvl="1">
              <a:spcAft>
                <a:spcPts val="300"/>
              </a:spcAft>
            </a:pPr>
            <a:r>
              <a:rPr sz="1500" b="0"/>
              <a:t>Parallel / Loop — /multi-plan · /loop-start · /loop-status — mehrere Modelle / Automation</a:t>
            </a:r>
          </a:p>
          <a:p>
            <a:pPr>
              <a:spcAft>
                <a:spcPts val="300"/>
              </a:spcAft>
            </a:pPr>
            <a:r>
              <a:rPr sz="1600" b="0"/>
              <a:t>Sprach-spezifisch: /go-build|review|test, /rust-, /cpp-, /kotlin-, /react-, /flutter-, /python-review, /fastapi-review. PRP-Pipeline: /prp-prd → /prp-plan → /prp-implement → /prp-commit → /prp-pr.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Faustregel: &lt; 10 MCPs aktiv / &lt; 80 Tools. Ungenutztes pro Projekt mit /mcp deaktivieren — das Kontextfenster ist kostbar.</a:t>
            </a:r>
          </a:p>
          <a:p>
            <a:pPr>
              <a:spcAft>
                <a:spcPts val="300"/>
              </a:spcAft>
            </a:pPr>
            <a:r>
              <a:rPr sz="1200" b="0"/>
              <a:t>Das ECC-Plugin bringt 6 MCP-Server mit (automatisch verfügbar, nichts zu konfigurieren):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(via ECC)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Frühere Arbeit / Wissensgraph — memory — search_nodes / open_nodes / create_entities — deine primäre Memory-Quelle (§11)</a:t>
            </a:r>
          </a:p>
          <a:p>
            <a:pPr lvl="1">
              <a:spcAft>
                <a:spcPts val="300"/>
              </a:spcAft>
            </a:pPr>
            <a:r>
              <a:rPr sz="1100" b="0"/>
              <a:t>Aktuelle Library-/API-Doku — context7 — React, Prisma, Next.js … statt veraltetem Wissen. Läuft über ECC (`mcp__plugin_ecc_context7__*`) — das offizielle context7-Plugin bleibt bewusst aus (keine Dubletten)</a:t>
            </a:r>
          </a:p>
          <a:p>
            <a:pPr lvl="1">
              <a:spcAft>
                <a:spcPts val="300"/>
              </a:spcAft>
            </a:pPr>
            <a:r>
              <a:rPr sz="1100" b="0"/>
              <a:t>GitHub (PRs, Issues, Code-Suche) — github — ergänzt die gh-CLI</a:t>
            </a:r>
          </a:p>
          <a:p>
            <a:pPr lvl="1">
              <a:spcAft>
                <a:spcPts val="300"/>
              </a:spcAft>
            </a:pPr>
            <a:r>
              <a:rPr sz="1100" b="0"/>
              <a:t>Web-Recherche / Discovery — exa — breite Suche, wenn GitHub+Docs nicht reichen</a:t>
            </a:r>
          </a:p>
          <a:p>
            <a:pPr lvl="1">
              <a:spcAft>
                <a:spcPts val="300"/>
              </a:spcAft>
            </a:pPr>
            <a:r>
              <a:rPr sz="1100" b="0"/>
              <a:t>Browser / E2E / Screenshots — playwright — headless Automation, visuelle Tests</a:t>
            </a:r>
          </a:p>
          <a:p>
            <a:pPr lvl="1">
              <a:spcAft>
                <a:spcPts val="300"/>
              </a:spcAft>
            </a:pPr>
            <a:r>
              <a:rPr sz="1100" b="0"/>
              <a:t>Schrittweises Reasoning — sequential-thinking — komplexe Mehrschritt-Probleme (s. §15)</a:t>
            </a:r>
          </a:p>
          <a:p>
            <a:pPr>
              <a:spcAft>
                <a:spcPts val="300"/>
              </a:spcAft>
            </a:pPr>
            <a:r>
              <a:rPr sz="1200" b="0"/>
              <a:t>Dazu unabhängig von ECC: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/ Tool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PDF/Word/Excel/PPTX lesen — markitdown — Dokumente → Markdown (lokal)</a:t>
            </a:r>
          </a:p>
          <a:p>
            <a:pPr lvl="1">
              <a:spcAft>
                <a:spcPts val="300"/>
              </a:spcAft>
            </a:pPr>
            <a:r>
              <a:rPr sz="1100" b="0"/>
              <a:t>Dienste anbinden — claude.ai-Connectoren — n8n · Notion · Gamma · Google Drive · Microsoft Learn 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Bash-Token sparen — RTK (Hook, kein MCP) — 60–90 % Ersparnis, läuft transparent global</a:t>
            </a:r>
          </a:p>
          <a:p>
            <a:pPr lvl="1">
              <a:spcAft>
                <a:spcPts val="300"/>
              </a:spcAft>
            </a:pPr>
            <a:r>
              <a:rPr sz="1500" b="0"/>
              <a:t>Semantische Code-/Doku-Suche — mgrep (CLI/Skill, kein MCP) — ~50 % weniger Token als grep — Details in §15</a:t>
            </a:r>
          </a:p>
          <a:p>
            <a:pPr lvl="1">
              <a:spcAft>
                <a:spcPts val="300"/>
              </a:spcAft>
            </a:pPr>
            <a:r>
              <a:rPr sz="1500" b="0"/>
              <a:t>Struktur des Codes (Symbole, Aufrufketten, Blast Radius) — codebase-memory — **opt-in pro Projekt** via `/cbm enable`. Binary global, Server projektlokal — kostet dort 1 Server + 8 Tools. Details in §15</a:t>
            </a:r>
          </a:p>
          <a:p>
            <a:pPr>
              <a:spcAft>
                <a:spcPts val="300"/>
              </a:spcAft>
            </a:pPr>
            <a:r>
              <a:rPr sz="1600" b="0"/>
              <a:t>Memory-Klarstellung (seit 2026-06-10 umgedreht): Der memory-MCP (Wissensgraph) IST installiert (via ECC) und ist deine primäre Memory-Quelle; claude-mem ist deaktiviert. EINE Quelle pro Projekt, sonst doppelte Wahrheit. ⚠️ Die Graph-Datei liegt im npx-Cache (~/.npm/_npx/&lt;hash&gt;/…/memory.jsonl, kein MEMORY_FILE_PATH gesetzt) — kompakte Schlüssel-Fakten dort, langlebige Wahrheit zusätzlich in state//Doku (Git).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10 · Token-Ökonomie &amp; Modellstrategie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Billigstes ausreichendes Modell pro Aufgabe — das ist die Subagent-Architektur:</a:t>
            </a:r>
          </a:p>
          <a:p>
            <a:pPr>
              <a:spcAft>
                <a:spcPts val="300"/>
              </a:spcAft>
            </a:pPr>
            <a:r>
              <a:rPr sz="1200" b="1"/>
              <a:t>Aufgabe · Modell · Warum</a:t>
            </a:r>
          </a:p>
          <a:p>
            <a:pPr lvl="1">
              <a:spcAft>
                <a:spcPts val="300"/>
              </a:spcAft>
            </a:pPr>
            <a:r>
              <a:rPr sz="1100" b="0"/>
              <a:t>Exploration / Suche / einfache Edits / Doku — Haiku 4.5 — schnell, billig, reicht zum Finden</a:t>
            </a:r>
          </a:p>
          <a:p>
            <a:pPr lvl="1">
              <a:spcAft>
                <a:spcPts val="300"/>
              </a:spcAft>
            </a:pPr>
            <a:r>
              <a:rPr sz="1100" b="0"/>
              <a:t>Standard-Coding / Multi-File / PR-Review — Sonnet 4.6 — bestes Balance-Modell (90 % der Tasks)</a:t>
            </a:r>
          </a:p>
          <a:p>
            <a:pPr lvl="1">
              <a:spcAft>
                <a:spcPts val="300"/>
              </a:spcAft>
            </a:pPr>
            <a:r>
              <a:rPr sz="1100" b="0"/>
              <a:t>Komplexe Architektur / Security-Analyse — Opus 4.8 (1M) — tiefes Reasoning, darf nichts übersehen</a:t>
            </a:r>
          </a:p>
          <a:p>
            <a:pPr lvl="1">
              <a:spcAft>
                <a:spcPts val="300"/>
              </a:spcAft>
            </a:pPr>
            <a:r>
              <a:rPr sz="1100" b="0"/>
              <a:t>Hartnäckige Bugs (5+ Dateien, 1. Versuch scheiterte) — Opus 4.8 (1M) — ganzes System im Kopf halten</a:t>
            </a:r>
          </a:p>
          <a:p>
            <a:pPr lvl="1">
              <a:spcAft>
                <a:spcPts val="300"/>
              </a:spcAft>
            </a:pPr>
            <a:r>
              <a:rPr sz="1100" b="0"/>
              <a:t>Worker in Multi-Agent-Setup — Haiku 4.5 — viele günstige Parallel-Agents</a:t>
            </a:r>
          </a:p>
          <a:p>
            <a:pPr>
              <a:spcAft>
                <a:spcPts val="300"/>
              </a:spcAft>
            </a:pPr>
            <a:r>
              <a:rPr sz="1200" b="0"/>
              <a:t>Default-Praxis: Opus 4.8 (1M) ist als Standard tragbar (schnell genug via /fast); für klar abgegrenzte Routinearbeit auf Sonnet 4.6 herabstufen. Effort-Level: medium Standard, high bei schweren Bugs/Architektur. Hilfe: /model-route, /cost-report.</a:t>
            </a:r>
          </a:p>
          <a:p>
            <a:pPr>
              <a:spcAft>
                <a:spcPts val="300"/>
              </a:spcAft>
            </a:pPr>
            <a:r>
              <a:rPr sz="1200" b="0"/>
              <a:t>Agenten-Zuweisungen (automatisch!): Jeder ECC-Agent trägt sein Modell als model:-Frontmatter in seiner Definition — du wählst nichts: planner, architect → Opus · Reviewer, Build-Resolver, tdd-guide, security-reviewer u. a. → Sonnet · doc-updater → Haiku. Das gilt unabhängig vom Modell deiner Haupt-Session; manuell überschreiben nur bewusst (Agent-Tool-Parameter model).</a:t>
            </a:r>
          </a:p>
          <a:p>
            <a:pPr>
              <a:spcAft>
                <a:spcPts val="300"/>
              </a:spcAft>
            </a:pPr>
            <a:r>
              <a:rPr sz="1200" b="0"/>
              <a:t>Upgrade auf Opus wenn: erster Versuch scheiterte · Aufgabe umfasst 5+ Dateien · Architekturentscheidung · Security-kritischer Code.</a:t>
            </a:r>
          </a:p>
          <a:p>
            <a:pPr>
              <a:spcAft>
                <a:spcPts val="300"/>
              </a:spcAft>
            </a:pPr>
            <a:r>
              <a:rPr sz="1200" b="0"/>
              <a:t>• Strategisches Compacting: Auto-Compact aus, manuell /compact mit Hint an logischen Punkten.</a:t>
            </a:r>
          </a:p>
          <a:p>
            <a:pPr>
              <a:spcAft>
                <a:spcPts val="300"/>
              </a:spcAft>
            </a:pPr>
            <a:r>
              <a:rPr sz="1200" b="0"/>
              <a:t>• Modulare Dateien (hunderte statt tausende Zeilen) → bessere First-Try-Trefferquote.</a:t>
            </a:r>
          </a:p>
          <a:p>
            <a:pPr>
              <a:spcAft>
                <a:spcPts val="300"/>
              </a:spcAft>
            </a:pPr>
            <a:r>
              <a:rPr sz="1200" b="0"/>
              <a:t>• /refactor-clean nach langen Sessions.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11 · Memory &amp;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Drei Gedächtnisse, drei Aufgaben (claude-mem ist deaktiviert):</a:t>
            </a:r>
          </a:p>
          <a:p>
            <a:pPr>
              <a:spcAft>
                <a:spcPts val="300"/>
              </a:spcAft>
            </a:pPr>
            <a:r>
              <a:rPr sz="1200" b="0"/>
              <a:t>• memory-MCP (Wissensgraph, via ECC): Fakten als Entities/Relations/Observations. Aktiv nutzen: search_nodes („schon gelöst?"), open_nodes, create_entities/add_observations („Merke dir: …") — Claude speichert nicht alles von selbst, wichtige Entscheidungen explizit merken lassen.</a:t>
            </a:r>
          </a:p>
          <a:p>
            <a:pPr>
              <a:spcAft>
                <a:spcPts val="300"/>
              </a:spcAft>
            </a:pPr>
            <a:r>
              <a:rPr sz="1200" b="0"/>
              <a:t>• Instincts (Continuous Learning): ECC sammelt Arbeitsmuster automatisch (observe-Hooks, Profil standard); einsehen mit /instinct-status, befördern mit /promote.</a:t>
            </a:r>
          </a:p>
          <a:p>
            <a:pPr>
              <a:spcAft>
                <a:spcPts val="300"/>
              </a:spcAft>
            </a:pPr>
            <a:r>
              <a:rPr sz="1200" b="0"/>
              <a:t>• state/ + WORKING-CONTEXT.md (State-Sync, Schicht 2): Projekt-Zustand, automatisch via SessionStart/Stop-Hooks in onboardeten Projekten; von Hand pflegst du state/.md.</a:t>
            </a:r>
          </a:p>
          <a:p>
            <a:pPr>
              <a:spcAft>
                <a:spcPts val="300"/>
              </a:spcAft>
            </a:pPr>
            <a:r>
              <a:rPr sz="1200" b="0"/>
              <a:t>Sessions explizit sichern/laden (ECC-Commands, ergänzend):</a:t>
            </a:r>
          </a:p>
          <a:p>
            <a:pPr>
              <a:spcAft>
                <a:spcPts val="300"/>
              </a:spcAft>
            </a:pPr>
            <a:r>
              <a:rPr sz="12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/save-session — Stand nach ~/.claude/session-data/ sichern</a:t>
            </a:r>
          </a:p>
          <a:p>
            <a:pPr lvl="1">
              <a:spcAft>
                <a:spcPts val="300"/>
              </a:spcAft>
            </a:pPr>
            <a:r>
              <a:rPr sz="1100" b="0"/>
              <a:t>/resume-session — letzte Session laden &amp; weitermachen</a:t>
            </a:r>
          </a:p>
          <a:p>
            <a:pPr lvl="1">
              <a:spcAft>
                <a:spcPts val="300"/>
              </a:spcAft>
            </a:pPr>
            <a:r>
              <a:rPr sz="1100" b="0"/>
              <a:t>/sessions — Historie durchsuchen/verwalten</a:t>
            </a:r>
          </a:p>
          <a:p>
            <a:pPr lvl="1">
              <a:spcAft>
                <a:spcPts val="300"/>
              </a:spcAft>
            </a:pPr>
            <a:r>
              <a:rPr sz="1100" b="0"/>
              <a:t>/checkpoint — Checkpoint im laufenden Lauf</a:t>
            </a:r>
          </a:p>
          <a:p>
            <a:pPr lvl="1">
              <a:spcAft>
                <a:spcPts val="300"/>
              </a:spcAft>
            </a:pPr>
            <a:r>
              <a:rPr sz="1100" b="0"/>
              <a:t>/aside — Nebenfrage ohne Kontextverlust</a:t>
            </a:r>
          </a:p>
          <a:p>
            <a:pPr>
              <a:spcAft>
                <a:spcPts val="300"/>
              </a:spcAft>
            </a:pPr>
            <a:r>
              <a:rPr sz="1200" b="0"/>
              <a:t>Gute Session-Datei: Was funktioniert hat (mit Evidenz) · Was nicht ging · Was offen ist. EINE Memory-Quelle je Zweck: memory-MCP für Fakten, Instincts für Muster, state/ für Projekt-Zustand — claude-mem bleibt aus. Keine Secrets in Memory.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12 · Continuous Learning (Self-Improvement)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Das unterscheidet ECC von „nur Configs": es lernt aus deinen Sessions.</a:t>
            </a:r>
          </a:p>
          <a:p>
            <a:pPr>
              <a:spcAft>
                <a:spcPts val="300"/>
              </a:spcAft>
            </a:pPr>
            <a:r>
              <a:rPr sz="14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300" b="0"/>
              <a:t>/learn — Muster aus der Session extrahieren</a:t>
            </a:r>
          </a:p>
          <a:p>
            <a:pPr lvl="1">
              <a:spcAft>
                <a:spcPts val="300"/>
              </a:spcAft>
            </a:pPr>
            <a:r>
              <a:rPr sz="1300" b="0"/>
              <a:t>/learn-eval — extrahieren + Qualität selbst bewerten</a:t>
            </a:r>
          </a:p>
          <a:p>
            <a:pPr lvl="1">
              <a:spcAft>
                <a:spcPts val="300"/>
              </a:spcAft>
            </a:pPr>
            <a:r>
              <a:rPr sz="1300" b="0"/>
              <a:t>/evolve — Instincts analysieren → bessere Skill-Struktur</a:t>
            </a:r>
          </a:p>
          <a:p>
            <a:pPr lvl="1">
              <a:spcAft>
                <a:spcPts val="300"/>
              </a:spcAft>
            </a:pPr>
            <a:r>
              <a:rPr sz="1300" b="0"/>
              <a:t>/promote — Projekt-Instincts global befördern</a:t>
            </a:r>
          </a:p>
          <a:p>
            <a:pPr lvl="1">
              <a:spcAft>
                <a:spcPts val="300"/>
              </a:spcAft>
            </a:pPr>
            <a:r>
              <a:rPr sz="1300" b="0"/>
              <a:t>/instinct-status — alle Instincts mit Confidence-Score</a:t>
            </a:r>
          </a:p>
          <a:p>
            <a:pPr lvl="1">
              <a:spcAft>
                <a:spcPts val="300"/>
              </a:spcAft>
            </a:pPr>
            <a:r>
              <a:rPr sz="1300" b="0"/>
              <a:t>/skill-create — aus Git-History eine Skill generieren</a:t>
            </a:r>
          </a:p>
          <a:p>
            <a:pPr>
              <a:spcAft>
                <a:spcPts val="300"/>
              </a:spcAft>
            </a:pPr>
            <a:r>
              <a:rPr sz="1400" b="0"/>
              <a:t>Routine: Session-Ende → /learn-eval → bei guten Mustern /evolve → Bewährtes mit /promote global verfügbar machen.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13 · Parallelisierung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• /fork — Konversation forken für nicht-überlappende Nebenaufgaben (Fragen zur Codebase).</a:t>
            </a:r>
          </a:p>
          <a:p>
            <a:pPr>
              <a:spcAft>
                <a:spcPts val="300"/>
              </a:spcAft>
            </a:pPr>
            <a:r>
              <a:rPr sz="1600" b="0"/>
              <a:t>• Git-Worktrees — für überlappende parallele Arbeit ohne Konflikte; eigene Claude-Instanz je Worktree.</a:t>
            </a:r>
          </a:p>
          <a:p>
            <a:pPr>
              <a:spcAft>
                <a:spcPts val="300"/>
              </a:spcAft>
            </a:pPr>
            <a:r>
              <a:rPr sz="1600" b="0"/>
              <a:t>• Cascade-Methode — neue Tasks in neuen Tabs, alt→neu abarbeiten, max. 3–4 gleichzeitig.</a:t>
            </a:r>
          </a:p>
          <a:p>
            <a:pPr>
              <a:spcAft>
                <a:spcPts val="300"/>
              </a:spcAft>
            </a:pPr>
            <a:r>
              <a:rPr sz="1600" b="0"/>
              <a:t>• ECC-Multi-Model — /multi-plan, /multi-workflow, /multi-backend, /multi-frontend, /loop-start.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git worktree add ../feature-a feature-a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cd ../feature-a &amp;&amp; claude   # eigene Instanz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14 · Hooks — was bei dir aktiv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Hooks sind kleine Programme, die von selbst an Lifecycle-Events feuern (vorher prüfen/blockieren, nachher aufräumen/formatieren/protokollieren). Seit der Plugin-Migration registriert das Plugin selbst seine Hooks (hooks/hooks.json, 20+ Stück); welche tatsächlich feuern, steuert das Profil ECC_HOOK_PROFILE pro Scope:</a:t>
            </a:r>
          </a:p>
          <a:p>
            <a:pPr>
              <a:spcAft>
                <a:spcPts val="300"/>
              </a:spcAft>
            </a:pPr>
            <a:r>
              <a:rPr sz="1200" b="1"/>
              <a:t>Scope · Profil · Effekt</a:t>
            </a:r>
          </a:p>
          <a:p>
            <a:pPr lvl="1">
              <a:spcAft>
                <a:spcPts val="300"/>
              </a:spcAft>
            </a:pPr>
            <a:r>
              <a:rPr sz="1100" b="0"/>
              <a:t>Global (`~/.claude/settings.json`) — minimal — nur Essenzielles: Metriken-Bridge, Session-Speicherung, Session-Auswertung, Kosten-Tracking, Marker</a:t>
            </a:r>
          </a:p>
          <a:p>
            <a:pPr lvl="1">
              <a:spcAft>
                <a:spcPts val="300"/>
              </a:spcAft>
            </a:pPr>
            <a:r>
              <a:rPr sz="1100" b="0"/>
              <a:t>Onboarded Projekt (`.claude/settings.json`) — standard — volle Pipeline: quality-gate, console-warn, observe/continuous-learning, governance, context-monitor …</a:t>
            </a:r>
          </a:p>
          <a:p>
            <a:pPr lvl="1">
              <a:spcAft>
                <a:spcPts val="300"/>
              </a:spcAft>
            </a:pPr>
            <a:r>
              <a:rPr sz="1100" b="0"/>
              <a:t>(nirgends aktiv) — strict — wie standard + 3 Nag-Erinnerungen (tmux, git-push, commit-quality)</a:t>
            </a:r>
          </a:p>
          <a:p>
            <a:pPr>
              <a:spcAft>
                <a:spcPts val="300"/>
              </a:spcAft>
            </a:pPr>
            <a:r>
              <a:rPr sz="1200" b="0"/>
              <a:t>Dazu laufen wenige DIRECT-Hooks (Stop: format-typecheck · check-console-log · session-end) überall, no-oppen sich aber ohne relevante Arbeit selbst.</a:t>
            </a:r>
          </a:p>
          <a:p>
            <a:pPr>
              <a:spcAft>
                <a:spcPts val="300"/>
              </a:spcAft>
            </a:pPr>
            <a:r>
              <a:rPr sz="1200" b="0"/>
              <a:t>Projekt-lokal aktiv (.claude/settings.json) — State-Sync (Schicht 2):</a:t>
            </a:r>
          </a:p>
          <a:p>
            <a:pPr>
              <a:spcAft>
                <a:spcPts val="300"/>
              </a:spcAft>
            </a:pPr>
            <a:r>
              <a:rPr sz="1200" b="1"/>
              <a:t>Event · Aufruf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SessionStart — state-sync.js pre — state/ → WORKING-CONTEXT.md spiegeln (Loop hat sofort Kontext)</a:t>
            </a:r>
          </a:p>
          <a:p>
            <a:pPr lvl="1">
              <a:spcAft>
                <a:spcPts val="300"/>
              </a:spcAft>
            </a:pPr>
            <a:r>
              <a:rPr sz="1100" b="0"/>
              <a:t>Stop / PreCompact — state-sync.js post — Delta zurück nach state/progress.md + tasks.md</a:t>
            </a:r>
          </a:p>
          <a:p>
            <a:pPr>
              <a:spcAft>
                <a:spcPts val="300"/>
              </a:spcAft>
            </a:pPr>
            <a:r>
              <a:rPr sz="1200" b="0"/>
              <a:t>Bewusst abgeschaltet: GateGuard via ECC_GATEGUARD=off (global) — würde die erste Änderung pro Datei blockieren und Recherche erzwingen (beim normalen Arbeiten störend).</a:t>
            </a:r>
          </a:p>
          <a:p>
            <a:pPr>
              <a:spcAft>
                <a:spcPts val="300"/>
              </a:spcAft>
            </a:pPr>
            <a:r>
              <a:rPr sz="1200" b="0"/>
              <a:t>Profil-Steuerung (env in settings.json): ECC_HOOK_PROFILE (minimal/standard/strict) · ECC_GATEGUARD=off (GateGuard aus) · ECC_GOVERNANCE_CAPTURE=1 (Governance-Hooks scharf) · ECC_DISABLED_HOOKS (gezielte ID-Liste, bei dir nicht mehr genutzt). Wirkung erst in frischer Session.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15 · Power-Tools — Codebase Memory, mgrep, LSP, Sequential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Schicht-2-Werkzeuge, die den Alltag beschleunigen. Kein ECC-Core.</a:t>
            </a:r>
          </a:p>
          <a:p>
            <a:pPr>
              <a:spcAft>
                <a:spcPts val="300"/>
              </a:spcAft>
            </a:pPr>
            <a:r>
              <a:rPr sz="1200" b="1"/>
              <a:t>Codebase Memory — der Code-Intelligence-Graph (opt-in je Projekt)</a:t>
            </a:r>
          </a:p>
          <a:p>
            <a:pPr>
              <a:spcAft>
                <a:spcPts val="300"/>
              </a:spcAft>
            </a:pPr>
            <a:r>
              <a:rPr sz="1200" b="0"/>
              <a:t>Indexiert den tatsächlichen Quellcode in einen Graphen (Dateien, Klassen, Funktionen, Routen, Aufrufkanten) und beantwortet in Millisekunden, wofür man sonst blind Dateien durchsucht: „wer ruft das auf?", „was hängt an dieser Änderung?", „welche Routen gibt es?". Gepinnt auf v0.9.0, headless.</a:t>
            </a:r>
          </a:p>
          <a:p>
            <a:pPr>
              <a:spcAft>
                <a:spcPts val="300"/>
              </a:spcAft>
            </a:pPr>
            <a:r>
              <a:rPr sz="1200" b="0"/>
              <a:t>Binary global, MCP projektlokal — und das ist die zentrale Entscheidung. Die Binary wird einmal VPS-weit installiert (./install-vps.sh --with-cbm). Der MCP-Server wird aber nie global registriert: jeder aktive Server kostet in jeder Session Budget (hier 1 Server + 8 Tools), auch dort, wo es nichts zu indexieren gibt. Aktiviert wird darum bewusst pro Projekt mit /cbm enable (oder /ecc-onboard --with-cbm) — danach Session neu starten.</a:t>
            </a:r>
          </a:p>
          <a:p>
            <a:pPr>
              <a:spcAft>
                <a:spcPts val="300"/>
              </a:spcAft>
            </a:pPr>
            <a:r>
              <a:rPr sz="1200" b="0"/>
              <a:t>Warum nicht der Upstream-Installer. codebase-memory-mcp install erkennt alle installierten Agents und schreibt ungefragt MCP-Einträge, Skills und einen PreToolUse-Hook auf Grep/Glob. Genau diese Fernwirkung schließt das Harness aus. Stattdessen: release.json pinnt Version + SHA-256, der Installer prüft die Checksumme fail-closed, testet die Binary und schaltet erst dann atomar um. Kein curl | bash, kein latest, keine UI (Port 9749), kein Auto-Index, kein Hintergrund-Watcher, kein Auto-Update.</a:t>
            </a:r>
          </a:p>
          <a:p>
            <a:pPr>
              <a:spcAft>
                <a:spcPts val="300"/>
              </a:spcAft>
            </a:pPr>
            <a:r>
              <a:rPr sz="1200" b="0"/>
              <a:t>Sicherheitsgrenzen setzt der Wrapper codebase-memory-mcp-harness — die einzige Binary, die je in eine .mcp.json wandert: CBM_ALLOWED_ROOT=/root/projekte (alles ausserhalb wird abgelehnt), Cache mit 0700, umask 077, CBM_MEM_BUDGET_MB=512 (ohne Deckel bemisst CBM den Graphen am Gesamt-RAM — davon sind ~5 von 7,9 GB durch die Container belegt).</a:t>
            </a:r>
          </a:p>
          <a:p>
            <a:pPr>
              <a:spcAft>
                <a:spcPts val="300"/>
              </a:spcAft>
            </a:pPr>
            <a:r>
              <a:rPr sz="1200" b="1"/>
              <a:t>Command · Wirkung</a:t>
            </a:r>
          </a:p>
          <a:p>
            <a:pPr lvl="1">
              <a:spcAft>
                <a:spcPts val="300"/>
              </a:spcAft>
            </a:pPr>
            <a:r>
              <a:rPr sz="1100" b="0"/>
              <a:t>`/cbm status` — Version, Wrapper, MCP-Eintrag, `.cbmignore`, Index, Grenzen, Warnungen</a:t>
            </a:r>
          </a:p>
          <a:p>
            <a:pPr lvl="1">
              <a:spcAft>
                <a:spcPts val="300"/>
              </a:spcAft>
            </a:pPr>
            <a:r>
              <a:rPr sz="1100" b="0"/>
              <a:t>`/cbm enable` — `.mcp.json` additiv + `.cbmignore` + indexieren + Smoke-Test (Dry-Run → OK)</a:t>
            </a:r>
          </a:p>
          <a:p>
            <a:pPr lvl="1">
              <a:spcAft>
                <a:spcPts val="300"/>
              </a:spcAft>
            </a:pPr>
            <a:r>
              <a:rPr sz="1100" b="0"/>
              <a:t>`/cbm reindex` — Index neu aufbauen — **nötig nach größeren Änderungen** (kein Auto-Watch)</a:t>
            </a:r>
          </a:p>
          <a:p>
            <a:pPr lvl="1">
              <a:spcAft>
                <a:spcPts val="300"/>
              </a:spcAft>
            </a:pPr>
            <a:r>
              <a:rPr sz="1100" b="0"/>
              <a:t>`/cbm doctor` — volle Diagnose inkl. Secret-Ausschluss und Budget</a:t>
            </a:r>
          </a:p>
          <a:p>
            <a:pPr lvl="1">
              <a:spcAft>
                <a:spcPts val="300"/>
              </a:spcAft>
            </a:pPr>
            <a:r>
              <a:rPr sz="1100" b="0"/>
              <a:t>`/cbm disable` — entfernt **nur** den eigenen Eintrag; der Index bleibt erhalten</a:t>
            </a:r>
          </a:p>
          <a:p>
            <a:pPr>
              <a:spcAft>
                <a:spcPts val="300"/>
              </a:spcAft>
            </a:pPr>
            <a:r>
              <a:rPr sz="1200" b="0"/>
              <a:t>Im Workflow: in RESEARCH vor der breiten Dateisuche — get_architecture → search_graph → trace_path, dann gezielt Dateien lesen. Der Graph sagt dir, welche Dateien relevant sind; er ersetzt das Lesen nicht und ist kein Korrektheitsbeweis (das bleiben Tests und Build).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15 · Power-Tools — Codebase Memory, mgrep, LSP, Sequential Thinking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Zwei Fallstricke, die still danebengehen:</a:t>
            </a:r>
          </a:p>
          <a:p>
            <a:pPr>
              <a:spcAft>
                <a:spcPts val="300"/>
              </a:spcAft>
            </a:pPr>
            <a:r>
              <a:rPr sz="1200" b="0"/>
              <a:t>• search_graph.file_pattern ist ein Literal-Substring, name_pattern dagegen eine Regex. Eine Regex im file_pattern (.\.tsx$) liefert kommentarlos total=0 — was leicht als „gibt es nicht" fehlgedeutet wird. Richtig: .tsx.</a:t>
            </a:r>
          </a:p>
          <a:p>
            <a:pPr>
              <a:spcAft>
                <a:spcPts val="300"/>
              </a:spcAft>
            </a:pPr>
            <a:r>
              <a:rPr sz="1200" b="0"/>
              <a:t>• Nur 8 der 14 Tools aus dem README sind über MCP erreichbar. detect_changes, list_projects, delete_project, manage_adr, ingest_traces, index_status gibt es nur über die CLI.</a:t>
            </a:r>
          </a:p>
          <a:p>
            <a:pPr>
              <a:spcAft>
                <a:spcPts val="300"/>
              </a:spcAft>
            </a:pPr>
            <a:r>
              <a:rPr sz="1200" b="0"/>
              <a:t>Ein leerer Call-Graph ist normal (dynamische Aufrufe, DI, Callbacks, Reflection) → Fallback: LSP → Grep → mgrep → Datei lesen, und die Unsicherheit benennen. Details: bestpractice-extras/scripts/cbm/README.md.</a:t>
            </a:r>
          </a:p>
          <a:p>
            <a:pPr>
              <a:spcAft>
                <a:spcPts val="300"/>
              </a:spcAft>
            </a:pPr>
            <a:r>
              <a:rPr sz="1200" b="1"/>
              <a:t>mgrep — semantische Suche (~50 % weniger Token)</a:t>
            </a:r>
          </a:p>
          <a:p>
            <a:pPr>
              <a:spcAft>
                <a:spcPts val="300"/>
              </a:spcAft>
            </a:pPr>
            <a:r>
              <a:rPr sz="1200" b="0"/>
              <a:t>@mixedbread/mgrep ersetzt grep/ripgrep durch semantische Suche: findet Code/Doku nach Konzept („wie werden Agent-Modelle zugewiesen?") statt nach exaktem Muster. Status: verankert (Schicht-2).</a:t>
            </a:r>
          </a:p>
          <a:p>
            <a:pPr>
              <a:spcAft>
                <a:spcPts val="300"/>
              </a:spcAft>
            </a:pPr>
            <a:r>
              <a:rPr sz="1200" b="0"/>
              <a:t>• Einrichtung (einmalig): CLI npm install -g @mixedbread/mgrep; API-Key (mxb_…) auf platform.mixedbread.com erzeugen; im env-Block von ~/.claude/settings.json als MXBAI_API_KEY hinterlegen (user-scoped, nicht im Repo — headless-Weg, umgeht den interaktiven Browser-Login).</a:t>
            </a:r>
          </a:p>
          <a:p>
            <a:pPr>
              <a:spcAft>
                <a:spcPts val="300"/>
              </a:spcAft>
            </a:pPr>
            <a:r>
              <a:rPr sz="1200" b="0"/>
              <a:t>• Index bauen/aktualisieren: bash bestpractice-extras/scripts/mgrep/index.sh — liest den Key, setzt das Datei-Limit, startet mgrep watch; nach dem initialen Sync mit Ctrl+C beenden (Store bleibt durchsuchbar).</a:t>
            </a:r>
          </a:p>
          <a:p>
            <a:pPr>
              <a:spcAft>
                <a:spcPts val="300"/>
              </a:spcAft>
            </a:pPr>
            <a:r>
              <a:rPr sz="1200" b="0"/>
              <a:t>• Suchen: mgrep search "consumer scaffold onboarding" — konzeptuell, auch in .docx.</a:t>
            </a:r>
          </a:p>
          <a:p>
            <a:pPr>
              <a:spcAft>
                <a:spcPts val="300"/>
              </a:spcAft>
            </a:pPr>
            <a:r>
              <a:rPr sz="1200" b="0"/>
              <a:t>• ⚠️ Outbound: index.sh lädt den Quellbaum in die Mixedbread-Cloud. Pro Repo eine bewusste Entscheidung; .gitignore wird respektiert. Der Auto-Mode blockt den Bulk-Upload absichtlich (Exfiltrations-Schutz) — deshalb manuell über das Script, nie automatisch durch Claude. Details: bestpractice-extras/scripts/mgrep/README.md.</a:t>
            </a:r>
          </a:p>
          <a:p>
            <a:pPr>
              <a:spcAft>
                <a:spcPts val="300"/>
              </a:spcAft>
            </a:pPr>
            <a:r>
              <a:rPr sz="1200" b="1"/>
              <a:t>LSP-Plugins — Echtzeit-Typecheck im Terminal</a:t>
            </a:r>
          </a:p>
          <a:p>
            <a:pPr>
              <a:spcAft>
                <a:spcPts val="300"/>
              </a:spcAft>
            </a:pPr>
            <a:r>
              <a:rPr sz="1200" b="0"/>
              <a:t>typescript-lsp + pyright-lsp (user-scoped installiert) bringen Echtzeit-Typecheck und go-to-definition ins Terminal — ohne IDE.</a:t>
            </a:r>
          </a:p>
          <a:p>
            <a:pPr>
              <a:spcAft>
                <a:spcPts val="300"/>
              </a:spcAft>
            </a:pPr>
            <a:r>
              <a:rPr sz="1200" b="1"/>
              <a:t>Sequential Thinking (MCP)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15 · Power-Tools — Codebase Memory, mgrep, LSP, Sequential Thinking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Registriert als deferred Tool (mcp__plugin_ecc_sequential-thinking__sequentialthinking). Einsatz: komplexe Mehrschritt-Probleme, Architektur-Entscheidungen mit vielen Abhängigkeiten, Debugging verschachtelter Systeme. Tool via ToolSearch laden, dann aufrufen.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16 · Security im Alltag + VPS-Hinweise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Kernhaltung: Baue so, als würde das Modell irgendwann etwas Feindliches lesen, während es etwas Wertvolles hält (lethal trifecta: private Daten + untrusted Content + externe Kommunikation).</a:t>
            </a:r>
          </a:p>
          <a:p>
            <a:pPr>
              <a:spcAft>
                <a:spcPts val="300"/>
              </a:spcAft>
            </a:pPr>
            <a:r>
              <a:rPr sz="1400" b="0"/>
              <a:t>Bereits aktiv / sicher:</a:t>
            </a:r>
          </a:p>
          <a:p>
            <a:pPr>
              <a:spcAft>
                <a:spcPts val="300"/>
              </a:spcAft>
            </a:pPr>
            <a:r>
              <a:rPr sz="1400" b="0"/>
              <a:t>• RTK-Hook (PreToolUse:Bash) bleibt unangetastet — Token-Ersparnis global.</a:t>
            </a:r>
          </a:p>
          <a:p>
            <a:pPr>
              <a:spcAft>
                <a:spcPts val="300"/>
              </a:spcAft>
            </a:pPr>
            <a:r>
              <a:rPr sz="1400" b="0"/>
              <a:t>• ECC namespace-sicher — Core isoliert im Plugin-Cache (ecc@ecc), global verfügbar; kein Projekt-Vendoring (slim/plugin-only) — keine Kollision mit Eigenem.</a:t>
            </a:r>
          </a:p>
          <a:p>
            <a:pPr>
              <a:spcAft>
                <a:spcPts val="300"/>
              </a:spcAft>
            </a:pPr>
            <a:r>
              <a:rPr sz="1400" b="0"/>
              <a:t>• settings.json unberührt — kein Auto-Edit der Startup-Config; Härtung nur additiv via ./install-vps.sh --harden.</a:t>
            </a:r>
          </a:p>
          <a:p>
            <a:pPr>
              <a:spcAft>
                <a:spcPts val="300"/>
              </a:spcAft>
            </a:pPr>
            <a:r>
              <a:rPr sz="1400" b="0"/>
              <a:t>Bewusst NICHT automatisch (Least-Agency, opt-in):</a:t>
            </a:r>
          </a:p>
          <a:p>
            <a:pPr>
              <a:spcAft>
                <a:spcPts val="300"/>
              </a:spcAft>
            </a:pPr>
            <a:r>
              <a:rPr sz="1400" b="0"/>
              <a:t>• deny-Baseline opt-in — ./install-vps.sh --harden ergänzt rm -rf / force-push / Secret-Reads (mit Backup).</a:t>
            </a:r>
          </a:p>
          <a:p>
            <a:pPr>
              <a:spcAft>
                <a:spcPts val="300"/>
              </a:spcAft>
            </a:pPr>
            <a:r>
              <a:rPr sz="1400" b="0"/>
              <a:t>• AgentShield — npx ecc-agentshield scan lädt externes Paket — selbst vetten, dann ausführen.</a:t>
            </a:r>
          </a:p>
          <a:p>
            <a:pPr>
              <a:spcAft>
                <a:spcPts val="300"/>
              </a:spcAft>
            </a:pPr>
            <a:r>
              <a:rPr sz="1400" b="0"/>
              <a:t>• mgrep-Upload — manuell, nie automatisch (s. §15).</a:t>
            </a:r>
          </a:p>
          <a:p>
            <a:pPr>
              <a:spcAft>
                <a:spcPts val="300"/>
              </a:spcAft>
            </a:pPr>
            <a:r>
              <a:rPr sz="1400" b="0"/>
              <a:t>VPS-weit denken: Da ECC global ist, wirkt es in allen Produktionsprojekten. Härtung gezielt via ./install-vps.sh --harden (legt vorher ein settings.json-Backup an).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17 · CLAUDE.md — Arbeitsvertrag statt Beschreibung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Erkenntnis aus dem Test-ECC-Onboarding: CLAUDE.md ist KEIN Projektbeschrieb. Es ist der Arbeitsvertrag für Claude: Workflow, Verbote, Commands, Checklisten.</a:t>
            </a:r>
          </a:p>
          <a:p>
            <a:pPr>
              <a:spcAft>
                <a:spcPts val="300"/>
              </a:spcAft>
            </a:pPr>
            <a:r>
              <a:rPr sz="1600" b="1"/>
              <a:t>Was rein muss · Was NICHT rein soll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Pflicht-Workflow (ECC 5-Phasen) — Projektbeschreibung (→ README / PROJECT_RULES.md)</a:t>
            </a:r>
          </a:p>
          <a:p>
            <a:pPr lvl="1">
              <a:spcAft>
                <a:spcPts val="300"/>
              </a:spcAft>
            </a:pPr>
            <a:r>
              <a:rPr sz="1500" b="0"/>
              <a:t>Explizite Verbote (was Claude nicht tun darf) — Architektur-Details (→ docs/CODEMAPS/)</a:t>
            </a:r>
          </a:p>
          <a:p>
            <a:pPr lvl="1">
              <a:spcAft>
                <a:spcPts val="300"/>
              </a:spcAft>
            </a:pPr>
            <a:r>
              <a:rPr sz="1500" b="0"/>
              <a:t>Modell-Matrix (welches Modell wofür) — Generische Platzhalter wie [Stack noch nicht konfiguriert]</a:t>
            </a:r>
          </a:p>
          <a:p>
            <a:pPr lvl="1">
              <a:spcAft>
                <a:spcPts val="300"/>
              </a:spcAft>
            </a:pPr>
            <a:r>
              <a:rPr sz="1500" b="0"/>
              <a:t>Build/Test/Lint-Commands (copy-paste-tauglich)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Pflicht-Commands pro Situation, Token-Budget-Regeln</a:t>
            </a:r>
          </a:p>
          <a:p>
            <a:pPr lvl="1">
              <a:spcAft>
                <a:spcPts val="300"/>
              </a:spcAft>
            </a:pPr>
            <a:r>
              <a:rPr sz="1500" b="0"/>
              <a:t>Sicherheits-Checkliste, Hook-Status (welche aktiv)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18 · ECC-CLIs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Plugin-Pfad (Single Source, read-only behandeln):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ECC=~/.claude/plugins/cache/ecc/ecc/2.0.0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"$ECC/scripts/harness-audit.js"   # Repo-Integritäts-Audit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"$ECC/scripts/ecc.js" doctor      # Health-Check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ECC-Update: in ~/.claude/settings.json den Tag anheben …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  extraKnownMarketplaces.ecc.source.ref = "v&lt;neue-version&gt;"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… dann Claude Code neu starten (Plugin wird neu gecacht).</a:t>
            </a:r>
          </a:p>
          <a:p>
            <a:pPr>
              <a:spcAft>
                <a:spcPts val="300"/>
              </a:spcAft>
            </a:pPr>
            <a:r>
              <a:rPr sz="1600" b="0"/>
              <a:t>Slash-Einstieg: /ecc-guide (Onboarding), /harness-audit (Config-Scorecard), /cost-report, /skill-health, /projects. ⚠️ Plugin-/Settings-Änderungen greifen erst nach Neustart von Claude Code (/clear reicht nicht).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Der BestPractice-Wrapper koppelt persistenten Projekt-State an ECCs Loop und stellt /mega-plan als Planungs-Vorstufe bereit — rein additiv. Der ECC-Core (das globale Plugin) bleibt unverändert.</a:t>
            </a:r>
          </a:p>
          <a:p>
            <a:pPr>
              <a:spcAft>
                <a:spcPts val="300"/>
              </a:spcAft>
            </a:pPr>
            <a:r>
              <a:rPr sz="1200" b="1"/>
              <a:t>a) Wo wird was gespeichert</a:t>
            </a:r>
          </a:p>
          <a:p>
            <a:pPr>
              <a:spcAft>
                <a:spcPts val="300"/>
              </a:spcAft>
            </a:pPr>
            <a:r>
              <a:rPr sz="1200" b="1"/>
              <a:t>Artefakt · Ort · Wahrheit?</a:t>
            </a:r>
          </a:p>
          <a:p>
            <a:pPr lvl="1">
              <a:spcAft>
                <a:spcPts val="300"/>
              </a:spcAft>
            </a:pPr>
            <a:r>
              <a:rPr sz="1100" b="0"/>
              <a:t>State (4 Dateien) — state/{context,decisions,tasks,progress}.md — JA — vom Menschen</a:t>
            </a:r>
          </a:p>
          <a:p>
            <a:pPr lvl="1">
              <a:spcAft>
                <a:spcPts val="300"/>
              </a:spcAft>
            </a:pPr>
            <a:r>
              <a:rPr sz="1100" b="0"/>
              <a:t>Loop-Futter — &lt;root&gt;/WORKING-CONTEXT.md (generiert) — Nein — aus state/</a:t>
            </a:r>
          </a:p>
          <a:p>
            <a:pPr lvl="1">
              <a:spcAft>
                <a:spcPts val="300"/>
              </a:spcAft>
            </a:pPr>
            <a:r>
              <a:rPr sz="1100" b="0"/>
              <a:t>Sync-Snapshot — state/.sync/last-working-context.md — Nein — gitignored</a:t>
            </a:r>
          </a:p>
          <a:p>
            <a:pPr lvl="1">
              <a:spcAft>
                <a:spcPts val="300"/>
              </a:spcAft>
            </a:pPr>
            <a:r>
              <a:rPr sz="1100" b="0"/>
              <a:t>Karpathy (global) — ~/.claude/rules/ecc-extras/ + @-Import — JA — einmalig</a:t>
            </a:r>
          </a:p>
          <a:p>
            <a:pPr>
              <a:spcAft>
                <a:spcPts val="300"/>
              </a:spcAft>
            </a:pPr>
            <a:r>
              <a:rPr sz="1200" b="0"/>
              <a:t>Merksatz: state/ ist die Wahrheit. WORKING-CONTEXT.md ist nur ihr generiertes Spiegelbild für den Loop — nie von Hand pflegen, immer state/ editieren.</a:t>
            </a:r>
          </a:p>
          <a:p>
            <a:pPr>
              <a:spcAft>
                <a:spcPts val="300"/>
              </a:spcAft>
            </a:pPr>
            <a:r>
              <a:rPr sz="1200" b="1"/>
              <a:t>b) Der Sync-Loop (PRE/POST, via Lifecycle-Hooks)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state/*.md  --PRE (SessionStart)--&gt;  WORKING-CONTEXT.md   (Loop liest STATE:*, füllt SYNC:*)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WORKING-CONTEXT.md  --POST (Stop/PreCompact)--&gt;  state/progress.md + tasks.md  (nur Delta)</a:t>
            </a:r>
          </a:p>
          <a:p>
            <a:pPr>
              <a:spcAft>
                <a:spcPts val="300"/>
              </a:spcAft>
            </a:pPr>
            <a:r>
              <a:rPr sz="1200" b="0"/>
              <a:t>• PRE: generiert WORKING-CONTEXT.md aus state/; STATE:-Blöcke gespiegelt, SYNC:-Eingabezonen bleiben erhalten.</a:t>
            </a:r>
          </a:p>
          <a:p>
            <a:pPr>
              <a:spcAft>
                <a:spcPts val="300"/>
              </a:spcAft>
            </a:pPr>
            <a:r>
              <a:rPr sz="1200" b="0"/>
              <a:t>• POST: liest nur die SYNC:-Zonen, bildet das Delta gegen den Snapshot, hängt neue Zeilen verlustfrei an state/ an.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• Garantien: Marker (kein Clobbering) · atomar · idempotent · No-op- &amp; ECC-Guard · Exit 0. Test: selftest.js (7 Checks).</a:t>
            </a:r>
          </a:p>
          <a:p>
            <a:pPr>
              <a:spcAft>
                <a:spcPts val="300"/>
              </a:spcAft>
            </a:pPr>
            <a:r>
              <a:rPr sz="1200" b="1"/>
              <a:t>c) /mega-plan — RPI-Berater parallel vor /plan</a:t>
            </a:r>
          </a:p>
          <a:p>
            <a:pPr>
              <a:spcAft>
                <a:spcPts val="300"/>
              </a:spcAft>
            </a:pPr>
            <a:r>
              <a:rPr sz="1200" b="0"/>
              <a:t>Für vage/vielschichtige Ziele: holt mehrere read-only Experten-Perspektiven parallel ein, verdichtet sie zu einem Briefing und übergibt an ECCs /plan (führend).</a:t>
            </a:r>
          </a:p>
          <a:p>
            <a:pPr>
              <a:spcAft>
                <a:spcPts val="300"/>
              </a:spcAft>
            </a:pPr>
            <a:r>
              <a:rPr sz="1200" b="1"/>
              <a:t>Berater · Perspektive</a:t>
            </a:r>
          </a:p>
          <a:p>
            <a:pPr lvl="1">
              <a:spcAft>
                <a:spcPts val="300"/>
              </a:spcAft>
            </a:pPr>
            <a:r>
              <a:rPr sz="1100" b="0"/>
              <a:t>Intake (requirement-parser) — Anforderungen, Constraints, offene Fragen</a:t>
            </a:r>
          </a:p>
          <a:p>
            <a:pPr lvl="1">
              <a:spcAft>
                <a:spcPts val="300"/>
              </a:spcAft>
            </a:pPr>
            <a:r>
              <a:rPr sz="1100" b="0"/>
              <a:t>CTO — Technik-Strategie, Architektur-Fit, Risiko</a:t>
            </a:r>
          </a:p>
          <a:p>
            <a:pPr lvl="1">
              <a:spcAft>
                <a:spcPts val="300"/>
              </a:spcAft>
            </a:pPr>
            <a:r>
              <a:rPr sz="1100" b="0"/>
              <a:t>Product — Scope, Requirements, Akzeptanzkriterien</a:t>
            </a:r>
          </a:p>
          <a:p>
            <a:pPr lvl="1">
              <a:spcAft>
                <a:spcPts val="300"/>
              </a:spcAft>
            </a:pPr>
            <a:r>
              <a:rPr sz="1100" b="0"/>
              <a:t>UX — Flows, States, Accessibility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/mega-plan &lt;Ziel in einem Satz&gt;     # 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                              # ECC, wartet auf dein OK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→ /code-review → Verify # normaler ECC-5-Phasen-Flow</a:t>
            </a:r>
          </a:p>
          <a:p>
            <a:pPr>
              <a:spcAft>
                <a:spcPts val="300"/>
              </a:spcAft>
            </a:pPr>
            <a:r>
              <a:rPr sz="1200" b="0"/>
              <a:t>ECC-Core unberührt: Alles liegt in bestpractice-extras/; am Plugin unter ~/.claude/plugins/cache/ecc/ wird nie gepatcht. Tiefe Doku: docs/MEGA-WORKFLOW.de.md.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20 · Aktivierungs-Status (Stand 2026-06-10 — Plugin-only-Migration)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Die Migration auf Plugin-only ist abgeschlossen (Commits d99f3d0 + 8293011):</a:t>
            </a:r>
          </a:p>
          <a:p>
            <a:pPr>
              <a:spcAft>
                <a:spcPts val="300"/>
              </a:spcAft>
            </a:pPr>
            <a:r>
              <a:rPr sz="1600" b="0"/>
              <a:t>• ECC-Core = globales Plugin ecc@ecc 2.0.0, gepinnt auf GitHub affaan-m/ECC Tag v2.0.0 (extraKnownMarketplaces in ~/.claude/settings.json). Vendored ecc/ im Repo und der 213-MB-Klon /root/projekte/ECC sind gelöscht.</a:t>
            </a:r>
          </a:p>
          <a:p>
            <a:pPr>
              <a:spcAft>
                <a:spcPts val="300"/>
              </a:spcAft>
            </a:pPr>
            <a:r>
              <a:rPr sz="1600" b="0"/>
              <a:t>• ECC-Duplikate im Home entfernt: globale Rules- (117 Dateien, verursachten Auto-Compact), Hooks- und Skills-Kopien sind weg — das Plugin liefert alles. Geblieben: 3 Schicht-2-Command-Symlinks (start, mega-plan, ecc-onboard), skills/learned, skills/system-architektur, rules/ecc-extras/.</a:t>
            </a:r>
          </a:p>
          <a:p>
            <a:pPr>
              <a:spcAft>
                <a:spcPts val="300"/>
              </a:spcAft>
            </a:pPr>
            <a:r>
              <a:rPr sz="1600" b="0"/>
              <a:t>• Abgelöst (Plugins auf false): claude-mem → memory-MCP + Instincts + /save-session · superpowers → ECC-Workflows · context7@official + feature-dev → ECC-Pendants. ⚠️ Greift erst nach Neustart von Claude Code.</a:t>
            </a:r>
          </a:p>
          <a:p>
            <a:pPr>
              <a:spcAft>
                <a:spcPts val="300"/>
              </a:spcAft>
            </a:pPr>
            <a:r>
              <a:rPr sz="1600" b="0"/>
              <a:t>• Hook-Scope: global minimal + ECC_GATEGUARD=off; onboarded Projekte lokal standard (BestPractice, Werkstattauftraege_codex, Grow3_Automatisierung, Test-ECC, Verladelisten_Hafen). Eigenbau-hooks.py aus Werkstatt/WMS_Test entfernt.</a:t>
            </a:r>
          </a:p>
          <a:p>
            <a:pPr>
              <a:spcAft>
                <a:spcPts val="300"/>
              </a:spcAft>
            </a:pPr>
            <a:r>
              <a:rPr sz="1600" b="0"/>
              <a:t>• State-Sync aktiv (GLOBAL): ~/.claude/settings.json → SessionStart→pre, Stop/PreCompact→post über ~/.claude/state-sync/ (Symlink→Repo-Engine), guard-gated. Onboarded Projekte brauchen keine eigenen state-sync-Hooks.</a:t>
            </a:r>
          </a:p>
          <a:p>
            <a:pPr>
              <a:spcAft>
                <a:spcPts val="300"/>
              </a:spcAft>
            </a:pPr>
            <a:r>
              <a:rPr sz="1600" b="0"/>
              <a:t>• Backup: kompletter Vor-Migrations-Stand unter /root/harness-backup-20260610/ (inkl. geretteter Eigenarbeit ecc-clone-eigenes/).</a:t>
            </a:r>
          </a:p>
          <a:p>
            <a:pPr>
              <a:spcAft>
                <a:spcPts val="300"/>
              </a:spcAft>
            </a:pPr>
            <a:r>
              <a:rPr sz="1600" b="0"/>
              <a:t>• Unberührt: RTK-Hook (PreToolUse:Bash global) · Attribution-Policy (Schicht-2-Override): Co-Authorship AKTIV, der Upstream-Hinweis „Attribution disabled globally" gilt hier bewusst nicht.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21 · 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Original-Guides von @affaanmustafa (als X-Threads veröffentlicht; lokal im Plugin-Cache ~/.claude/plugins/cache/ecc/ecc/2.0.0/):</a:t>
            </a:r>
          </a:p>
          <a:p>
            <a:pPr>
              <a:spcAft>
                <a:spcPts val="300"/>
              </a:spcAft>
            </a:pPr>
            <a:r>
              <a:rPr sz="1200" b="0"/>
              <a:t>• Shortform-Guide: https://x.com/affaanmustafa/status/2012378465664745795 (the-shortform-guide.md) — Setup &amp; Philosophie</a:t>
            </a:r>
          </a:p>
          <a:p>
            <a:pPr>
              <a:spcAft>
                <a:spcPts val="300"/>
              </a:spcAft>
            </a:pPr>
            <a:r>
              <a:rPr sz="1200" b="0"/>
              <a:t>• Longform-Guide: https://x.com/affaanmustafa/status/2014040193557471352 (the-longform-guide.md) — Token, Memory, Evals, Parallelisierung</a:t>
            </a:r>
          </a:p>
          <a:p>
            <a:pPr>
              <a:spcAft>
                <a:spcPts val="300"/>
              </a:spcAft>
            </a:pPr>
            <a:r>
              <a:rPr sz="1200" b="0"/>
              <a:t>• Security-Guide: https://x.com/affaanmustafa/status/2033263813387223421 (the-security-guide.md) — Agent-Security, Pflichtlektüre</a:t>
            </a:r>
          </a:p>
          <a:p>
            <a:pPr>
              <a:spcAft>
                <a:spcPts val="300"/>
              </a:spcAft>
            </a:pPr>
            <a:r>
              <a:rPr sz="1200" b="0"/>
              <a:t>• Erfinder: https://x.com/affaanmustafa (@affaanmustafa)</a:t>
            </a:r>
          </a:p>
          <a:p>
            <a:pPr>
              <a:spcAft>
                <a:spcPts val="300"/>
              </a:spcAft>
            </a:pPr>
            <a:r>
              <a:rPr sz="1200" b="0"/>
              <a:t>TL;DR — so arbeitest du „wie der Erfinder":</a:t>
            </a:r>
          </a:p>
          <a:p>
            <a:pPr>
              <a:spcAft>
                <a:spcPts val="300"/>
              </a:spcAft>
            </a:pPr>
            <a:r>
              <a:rPr sz="1200" b="0"/>
              <a:t>• In Phasen denken: Research → /plan → /feature-dev+TDD → /code-review → Verify, /clear dazwischen.</a:t>
            </a:r>
          </a:p>
          <a:p>
            <a:pPr>
              <a:spcAft>
                <a:spcPts val="300"/>
              </a:spcAft>
            </a:pPr>
            <a:r>
              <a:rPr sz="1200" b="0"/>
              <a:t>• Kontext sauber: &lt; 10 MCPs aktiv, billigstes ausreichendes Modell, modulare Dateien, strategisch compacten.</a:t>
            </a:r>
          </a:p>
          <a:p>
            <a:pPr>
              <a:spcAft>
                <a:spcPts val="300"/>
              </a:spcAft>
            </a:pPr>
            <a:r>
              <a:rPr sz="1200" b="0"/>
              <a:t>• Persistieren: /save-session am Ende, /start bzw. /resume-session am Anfang.</a:t>
            </a:r>
          </a:p>
          <a:p>
            <a:pPr>
              <a:spcAft>
                <a:spcPts val="300"/>
              </a:spcAft>
            </a:pPr>
            <a:r>
              <a:rPr sz="1200" b="0"/>
              <a:t>• Lernen lassen: /learn-eval → /evolve → /promote.</a:t>
            </a:r>
          </a:p>
          <a:p>
            <a:pPr>
              <a:spcAft>
                <a:spcPts val="300"/>
              </a:spcAft>
            </a:pPr>
            <a:r>
              <a:rPr sz="1200" b="0"/>
              <a:t>• Security zuerst: RTK aktiv, ECC-Hooks/AgentShield bewusst aktivieren, nie blind ausführen.</a:t>
            </a:r>
          </a:p>
          <a:p>
            <a:pPr>
              <a:spcAft>
                <a:spcPts val="300"/>
              </a:spcAft>
            </a:pPr>
            <a:r>
              <a:rPr sz="1200" b="0"/>
              <a:t>• Bei Unsicherheit: /ecc-guide, ecc doctor,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